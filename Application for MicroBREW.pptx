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5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B6476-ADD8-F827-5626-96E2E153A798}" v="816" dt="2025-11-25T15:11:44.507"/>
    <p1510:client id="{4E41D5F8-DFE4-5D66-08B7-012AA3D0BFF3}" v="836" dt="2025-11-25T13:55:45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125591-727A-4325-A642-19AD9CB02981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6460B681-420C-485A-96B5-D7EBAA52D2FE}">
      <dgm:prSet/>
      <dgm:spPr/>
      <dgm:t>
        <a:bodyPr/>
        <a:lstStyle/>
        <a:p>
          <a:pPr rtl="0"/>
          <a:r>
            <a:rPr lang="en-US" b="1" dirty="0"/>
            <a:t>MATLAB </a:t>
          </a:r>
          <a:r>
            <a:rPr lang="en-US" sz="1100" dirty="0">
              <a:latin typeface="Calibri"/>
              <a:ea typeface="Calibri"/>
              <a:cs typeface="Calibri"/>
            </a:rPr>
            <a:t>–  Image process, and output signals</a:t>
          </a:r>
          <a:endParaRPr lang="en-US" dirty="0"/>
        </a:p>
      </dgm:t>
    </dgm:pt>
    <dgm:pt modelId="{3E462585-BEA3-411C-B7AA-C2FEDD9223CD}" type="parTrans" cxnId="{B7237F99-468F-4D56-B9BB-D9DEB788507C}">
      <dgm:prSet/>
      <dgm:spPr/>
      <dgm:t>
        <a:bodyPr/>
        <a:lstStyle/>
        <a:p>
          <a:endParaRPr lang="en-US"/>
        </a:p>
      </dgm:t>
    </dgm:pt>
    <dgm:pt modelId="{5D95D653-8D79-4A5D-98BE-CBB4FC4D0C63}" type="sibTrans" cxnId="{B7237F99-468F-4D56-B9BB-D9DEB788507C}">
      <dgm:prSet/>
      <dgm:spPr/>
      <dgm:t>
        <a:bodyPr/>
        <a:lstStyle/>
        <a:p>
          <a:endParaRPr lang="en-US"/>
        </a:p>
      </dgm:t>
    </dgm:pt>
    <dgm:pt modelId="{4930362A-DAA1-461A-9439-9957C9DF5A75}">
      <dgm:prSet/>
      <dgm:spPr/>
      <dgm:t>
        <a:bodyPr/>
        <a:lstStyle/>
        <a:p>
          <a:r>
            <a:rPr lang="en-US" dirty="0"/>
            <a:t>For MovieS2: $ </a:t>
          </a:r>
          <a:r>
            <a:rPr lang="en-US" dirty="0" err="1"/>
            <a:t>MicroBREWS_combined</a:t>
          </a:r>
          <a:r>
            <a:rPr lang="en-US" dirty="0"/>
            <a:t>('s2');</a:t>
          </a:r>
        </a:p>
      </dgm:t>
    </dgm:pt>
    <dgm:pt modelId="{2573D868-ABFB-468A-BEB7-5CAB67072EE1}" type="parTrans" cxnId="{C1F83E55-C11C-4C89-B2EE-87642A28D504}">
      <dgm:prSet/>
      <dgm:spPr/>
      <dgm:t>
        <a:bodyPr/>
        <a:lstStyle/>
        <a:p>
          <a:endParaRPr lang="en-US"/>
        </a:p>
      </dgm:t>
    </dgm:pt>
    <dgm:pt modelId="{0CB7F108-7EDE-4C26-9D27-2B271C58A9A6}" type="sibTrans" cxnId="{C1F83E55-C11C-4C89-B2EE-87642A28D504}">
      <dgm:prSet/>
      <dgm:spPr/>
      <dgm:t>
        <a:bodyPr/>
        <a:lstStyle/>
        <a:p>
          <a:endParaRPr lang="en-US"/>
        </a:p>
      </dgm:t>
    </dgm:pt>
    <dgm:pt modelId="{442E2A7F-AA8C-4981-B3C5-6951757A41FC}">
      <dgm:prSet/>
      <dgm:spPr/>
      <dgm:t>
        <a:bodyPr/>
        <a:lstStyle/>
        <a:p>
          <a:r>
            <a:rPr lang="en-US" b="1" dirty="0"/>
            <a:t>For  MovieS3: $</a:t>
          </a:r>
          <a:r>
            <a:rPr lang="en-US" dirty="0" err="1"/>
            <a:t>MicroBREWS_combined</a:t>
          </a:r>
          <a:r>
            <a:rPr lang="en-US" dirty="0"/>
            <a:t>('s3');</a:t>
          </a:r>
        </a:p>
      </dgm:t>
    </dgm:pt>
    <dgm:pt modelId="{5F2ABB61-C7C2-4F1E-9E8B-5F08A18E6BA7}" type="parTrans" cxnId="{57FC0217-3DA0-44A0-9954-34ADD46D5DB9}">
      <dgm:prSet/>
      <dgm:spPr/>
      <dgm:t>
        <a:bodyPr/>
        <a:lstStyle/>
        <a:p>
          <a:endParaRPr lang="en-US"/>
        </a:p>
      </dgm:t>
    </dgm:pt>
    <dgm:pt modelId="{7EEAD97F-5725-4C67-B482-572D2CA03DCD}" type="sibTrans" cxnId="{57FC0217-3DA0-44A0-9954-34ADD46D5DB9}">
      <dgm:prSet/>
      <dgm:spPr/>
      <dgm:t>
        <a:bodyPr/>
        <a:lstStyle/>
        <a:p>
          <a:endParaRPr lang="en-US"/>
        </a:p>
      </dgm:t>
    </dgm:pt>
    <dgm:pt modelId="{58E95FB0-C1D1-47C1-A5AB-22C4010187F9}">
      <dgm:prSet/>
      <dgm:spPr/>
      <dgm:t>
        <a:bodyPr/>
        <a:lstStyle/>
        <a:p>
          <a:r>
            <a:rPr lang="en-US" b="1" dirty="0"/>
            <a:t>R</a:t>
          </a:r>
          <a:r>
            <a:rPr lang="en-US" dirty="0"/>
            <a:t> – smooth, normalize, and find peaks</a:t>
          </a:r>
        </a:p>
      </dgm:t>
    </dgm:pt>
    <dgm:pt modelId="{99480774-069D-4AC2-B5F0-94275CA4AA68}" type="parTrans" cxnId="{4C05D4B6-30B6-4006-AA6A-DE03704C460D}">
      <dgm:prSet/>
      <dgm:spPr/>
      <dgm:t>
        <a:bodyPr/>
        <a:lstStyle/>
        <a:p>
          <a:endParaRPr lang="en-US"/>
        </a:p>
      </dgm:t>
    </dgm:pt>
    <dgm:pt modelId="{CD6A499E-E55B-463C-899E-461A0DE4A86B}" type="sibTrans" cxnId="{4C05D4B6-30B6-4006-AA6A-DE03704C460D}">
      <dgm:prSet/>
      <dgm:spPr/>
      <dgm:t>
        <a:bodyPr/>
        <a:lstStyle/>
        <a:p>
          <a:endParaRPr lang="en-US"/>
        </a:p>
      </dgm:t>
    </dgm:pt>
    <dgm:pt modelId="{773F497F-9BA4-4D39-B5D1-FDDC88486434}">
      <dgm:prSet/>
      <dgm:spPr/>
      <dgm:t>
        <a:bodyPr/>
        <a:lstStyle/>
        <a:p>
          <a:r>
            <a:rPr lang="en-US" dirty="0"/>
            <a:t>For MovieS2: $ res_s2 &lt;- </a:t>
          </a:r>
          <a:r>
            <a:rPr lang="en-US" dirty="0" err="1"/>
            <a:t>analyze_movie_signals</a:t>
          </a:r>
          <a:r>
            <a:rPr lang="en-US" dirty="0"/>
            <a:t>("s2") res_s2$peaks</a:t>
          </a:r>
        </a:p>
      </dgm:t>
    </dgm:pt>
    <dgm:pt modelId="{4243A148-3D0D-4EA2-B66A-D5B711FADDAD}" type="parTrans" cxnId="{D0E6B105-9E20-4310-96B0-F8D8A3958329}">
      <dgm:prSet/>
      <dgm:spPr/>
      <dgm:t>
        <a:bodyPr/>
        <a:lstStyle/>
        <a:p>
          <a:endParaRPr lang="en-US"/>
        </a:p>
      </dgm:t>
    </dgm:pt>
    <dgm:pt modelId="{605B3575-1D42-46FE-B5D2-2026207EB90E}" type="sibTrans" cxnId="{D0E6B105-9E20-4310-96B0-F8D8A3958329}">
      <dgm:prSet/>
      <dgm:spPr/>
      <dgm:t>
        <a:bodyPr/>
        <a:lstStyle/>
        <a:p>
          <a:endParaRPr lang="en-US"/>
        </a:p>
      </dgm:t>
    </dgm:pt>
    <dgm:pt modelId="{15AAFA60-23E3-4F50-8ABF-8A9DC724F8D6}">
      <dgm:prSet/>
      <dgm:spPr/>
      <dgm:t>
        <a:bodyPr/>
        <a:lstStyle/>
        <a:p>
          <a:r>
            <a:rPr lang="en-US" dirty="0"/>
            <a:t>For MoviesS3: $ res_s3 &lt;- </a:t>
          </a:r>
          <a:r>
            <a:rPr lang="en-US" dirty="0" err="1"/>
            <a:t>analyze_movie_signals</a:t>
          </a:r>
          <a:r>
            <a:rPr lang="en-US" dirty="0"/>
            <a:t>("s3") res_s3$peaks</a:t>
          </a:r>
        </a:p>
      </dgm:t>
    </dgm:pt>
    <dgm:pt modelId="{42568313-8DE2-4357-9B87-DB42759614E5}" type="parTrans" cxnId="{A3CDF08C-8FCE-40C3-B7B5-A3053B60C07C}">
      <dgm:prSet/>
      <dgm:spPr/>
      <dgm:t>
        <a:bodyPr/>
        <a:lstStyle/>
        <a:p>
          <a:endParaRPr lang="en-US"/>
        </a:p>
      </dgm:t>
    </dgm:pt>
    <dgm:pt modelId="{CCF3F7E1-F521-4B2E-BA3F-115AC59EE0E1}" type="sibTrans" cxnId="{A3CDF08C-8FCE-40C3-B7B5-A3053B60C07C}">
      <dgm:prSet/>
      <dgm:spPr/>
      <dgm:t>
        <a:bodyPr/>
        <a:lstStyle/>
        <a:p>
          <a:endParaRPr lang="en-US"/>
        </a:p>
      </dgm:t>
    </dgm:pt>
    <dgm:pt modelId="{791C2E6B-0D4E-4AC7-AD84-2A19E216EB7B}" type="pres">
      <dgm:prSet presAssocID="{17125591-727A-4325-A642-19AD9CB02981}" presName="Name0" presStyleCnt="0">
        <dgm:presLayoutVars>
          <dgm:dir/>
          <dgm:resizeHandles val="exact"/>
        </dgm:presLayoutVars>
      </dgm:prSet>
      <dgm:spPr/>
    </dgm:pt>
    <dgm:pt modelId="{472C5960-0054-4332-AF2D-24773C58944C}" type="pres">
      <dgm:prSet presAssocID="{6460B681-420C-485A-96B5-D7EBAA52D2FE}" presName="node" presStyleLbl="node1" presStyleIdx="0" presStyleCnt="3">
        <dgm:presLayoutVars>
          <dgm:bulletEnabled val="1"/>
        </dgm:presLayoutVars>
      </dgm:prSet>
      <dgm:spPr/>
    </dgm:pt>
    <dgm:pt modelId="{B971DDAE-AA0B-4BC8-AF50-3CCB660B9536}" type="pres">
      <dgm:prSet presAssocID="{5D95D653-8D79-4A5D-98BE-CBB4FC4D0C63}" presName="sibTransSpacerBeforeConnector" presStyleCnt="0"/>
      <dgm:spPr/>
    </dgm:pt>
    <dgm:pt modelId="{93279C2C-0DFE-4254-89DC-7C0D6F5D1010}" type="pres">
      <dgm:prSet presAssocID="{5D95D653-8D79-4A5D-98BE-CBB4FC4D0C63}" presName="sibTrans" presStyleLbl="node1" presStyleIdx="1" presStyleCnt="3"/>
      <dgm:spPr/>
    </dgm:pt>
    <dgm:pt modelId="{669935F1-DF51-4B8D-BAAD-879DBBD5CA52}" type="pres">
      <dgm:prSet presAssocID="{5D95D653-8D79-4A5D-98BE-CBB4FC4D0C63}" presName="sibTransSpacerAfterConnector" presStyleCnt="0"/>
      <dgm:spPr/>
    </dgm:pt>
    <dgm:pt modelId="{FD0C36EC-A675-44D0-B496-9EC3C0E5DDFD}" type="pres">
      <dgm:prSet presAssocID="{58E95FB0-C1D1-47C1-A5AB-22C4010187F9}" presName="node" presStyleLbl="node1" presStyleIdx="2" presStyleCnt="3">
        <dgm:presLayoutVars>
          <dgm:bulletEnabled val="1"/>
        </dgm:presLayoutVars>
      </dgm:prSet>
      <dgm:spPr/>
    </dgm:pt>
  </dgm:ptLst>
  <dgm:cxnLst>
    <dgm:cxn modelId="{4DC86F05-9D05-43AE-88E9-6E4BE9901308}" type="presOf" srcId="{6460B681-420C-485A-96B5-D7EBAA52D2FE}" destId="{472C5960-0054-4332-AF2D-24773C58944C}" srcOrd="0" destOrd="0" presId="urn:microsoft.com/office/officeart/2016/7/layout/BasicProcessNew"/>
    <dgm:cxn modelId="{D0E6B105-9E20-4310-96B0-F8D8A3958329}" srcId="{58E95FB0-C1D1-47C1-A5AB-22C4010187F9}" destId="{773F497F-9BA4-4D39-B5D1-FDDC88486434}" srcOrd="0" destOrd="0" parTransId="{4243A148-3D0D-4EA2-B66A-D5B711FADDAD}" sibTransId="{605B3575-1D42-46FE-B5D2-2026207EB90E}"/>
    <dgm:cxn modelId="{57FC0217-3DA0-44A0-9954-34ADD46D5DB9}" srcId="{6460B681-420C-485A-96B5-D7EBAA52D2FE}" destId="{442E2A7F-AA8C-4981-B3C5-6951757A41FC}" srcOrd="1" destOrd="0" parTransId="{5F2ABB61-C7C2-4F1E-9E8B-5F08A18E6BA7}" sibTransId="{7EEAD97F-5725-4C67-B482-572D2CA03DCD}"/>
    <dgm:cxn modelId="{7C735D69-33B5-4F30-898D-90E708AB1D5A}" type="presOf" srcId="{5D95D653-8D79-4A5D-98BE-CBB4FC4D0C63}" destId="{93279C2C-0DFE-4254-89DC-7C0D6F5D1010}" srcOrd="0" destOrd="0" presId="urn:microsoft.com/office/officeart/2016/7/layout/BasicProcessNew"/>
    <dgm:cxn modelId="{6325F06E-F935-4CFC-A5C2-C4E6CCED8070}" type="presOf" srcId="{15AAFA60-23E3-4F50-8ABF-8A9DC724F8D6}" destId="{FD0C36EC-A675-44D0-B496-9EC3C0E5DDFD}" srcOrd="0" destOrd="2" presId="urn:microsoft.com/office/officeart/2016/7/layout/BasicProcessNew"/>
    <dgm:cxn modelId="{C1F83E55-C11C-4C89-B2EE-87642A28D504}" srcId="{6460B681-420C-485A-96B5-D7EBAA52D2FE}" destId="{4930362A-DAA1-461A-9439-9957C9DF5A75}" srcOrd="0" destOrd="0" parTransId="{2573D868-ABFB-468A-BEB7-5CAB67072EE1}" sibTransId="{0CB7F108-7EDE-4C26-9D27-2B271C58A9A6}"/>
    <dgm:cxn modelId="{A3CDF08C-8FCE-40C3-B7B5-A3053B60C07C}" srcId="{58E95FB0-C1D1-47C1-A5AB-22C4010187F9}" destId="{15AAFA60-23E3-4F50-8ABF-8A9DC724F8D6}" srcOrd="1" destOrd="0" parTransId="{42568313-8DE2-4357-9B87-DB42759614E5}" sibTransId="{CCF3F7E1-F521-4B2E-BA3F-115AC59EE0E1}"/>
    <dgm:cxn modelId="{B7237F99-468F-4D56-B9BB-D9DEB788507C}" srcId="{17125591-727A-4325-A642-19AD9CB02981}" destId="{6460B681-420C-485A-96B5-D7EBAA52D2FE}" srcOrd="0" destOrd="0" parTransId="{3E462585-BEA3-411C-B7AA-C2FEDD9223CD}" sibTransId="{5D95D653-8D79-4A5D-98BE-CBB4FC4D0C63}"/>
    <dgm:cxn modelId="{ED0557AC-87CE-4230-99E7-DC41368BDE42}" type="presOf" srcId="{773F497F-9BA4-4D39-B5D1-FDDC88486434}" destId="{FD0C36EC-A675-44D0-B496-9EC3C0E5DDFD}" srcOrd="0" destOrd="1" presId="urn:microsoft.com/office/officeart/2016/7/layout/BasicProcessNew"/>
    <dgm:cxn modelId="{4C05D4B6-30B6-4006-AA6A-DE03704C460D}" srcId="{17125591-727A-4325-A642-19AD9CB02981}" destId="{58E95FB0-C1D1-47C1-A5AB-22C4010187F9}" srcOrd="1" destOrd="0" parTransId="{99480774-069D-4AC2-B5F0-94275CA4AA68}" sibTransId="{CD6A499E-E55B-463C-899E-461A0DE4A86B}"/>
    <dgm:cxn modelId="{8992F5C2-1E88-4801-80E0-98B761845587}" type="presOf" srcId="{58E95FB0-C1D1-47C1-A5AB-22C4010187F9}" destId="{FD0C36EC-A675-44D0-B496-9EC3C0E5DDFD}" srcOrd="0" destOrd="0" presId="urn:microsoft.com/office/officeart/2016/7/layout/BasicProcessNew"/>
    <dgm:cxn modelId="{9E9355EB-1517-4900-A532-CA8D44F20530}" type="presOf" srcId="{17125591-727A-4325-A642-19AD9CB02981}" destId="{791C2E6B-0D4E-4AC7-AD84-2A19E216EB7B}" srcOrd="0" destOrd="0" presId="urn:microsoft.com/office/officeart/2016/7/layout/BasicProcessNew"/>
    <dgm:cxn modelId="{F78B31EC-6E10-4ACF-9B47-D85BE2E56A76}" type="presOf" srcId="{4930362A-DAA1-461A-9439-9957C9DF5A75}" destId="{472C5960-0054-4332-AF2D-24773C58944C}" srcOrd="0" destOrd="1" presId="urn:microsoft.com/office/officeart/2016/7/layout/BasicProcessNew"/>
    <dgm:cxn modelId="{D4168FEF-5E03-4411-914F-D9A84E1DBB67}" type="presOf" srcId="{442E2A7F-AA8C-4981-B3C5-6951757A41FC}" destId="{472C5960-0054-4332-AF2D-24773C58944C}" srcOrd="0" destOrd="2" presId="urn:microsoft.com/office/officeart/2016/7/layout/BasicProcessNew"/>
    <dgm:cxn modelId="{9ACC3B56-14EB-4831-B072-9D978F6017BF}" type="presParOf" srcId="{791C2E6B-0D4E-4AC7-AD84-2A19E216EB7B}" destId="{472C5960-0054-4332-AF2D-24773C58944C}" srcOrd="0" destOrd="0" presId="urn:microsoft.com/office/officeart/2016/7/layout/BasicProcessNew"/>
    <dgm:cxn modelId="{0CE6A032-11F9-4A0B-9778-904337D30851}" type="presParOf" srcId="{791C2E6B-0D4E-4AC7-AD84-2A19E216EB7B}" destId="{B971DDAE-AA0B-4BC8-AF50-3CCB660B9536}" srcOrd="1" destOrd="0" presId="urn:microsoft.com/office/officeart/2016/7/layout/BasicProcessNew"/>
    <dgm:cxn modelId="{D31F16E1-3BD7-4E5D-9CC9-083657C01C5B}" type="presParOf" srcId="{791C2E6B-0D4E-4AC7-AD84-2A19E216EB7B}" destId="{93279C2C-0DFE-4254-89DC-7C0D6F5D1010}" srcOrd="2" destOrd="0" presId="urn:microsoft.com/office/officeart/2016/7/layout/BasicProcessNew"/>
    <dgm:cxn modelId="{88B79555-F489-4A66-820D-88E31C063CE2}" type="presParOf" srcId="{791C2E6B-0D4E-4AC7-AD84-2A19E216EB7B}" destId="{669935F1-DF51-4B8D-BAAD-879DBBD5CA52}" srcOrd="3" destOrd="0" presId="urn:microsoft.com/office/officeart/2016/7/layout/BasicProcessNew"/>
    <dgm:cxn modelId="{29373094-B846-4232-ACF6-3016F97C3816}" type="presParOf" srcId="{791C2E6B-0D4E-4AC7-AD84-2A19E216EB7B}" destId="{FD0C36EC-A675-44D0-B496-9EC3C0E5DDFD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A64B4D-1915-4D71-877C-454A6D67DAF9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B86576-60ED-4103-9031-D6757B781144}">
      <dgm:prSet/>
      <dgm:spPr/>
      <dgm:t>
        <a:bodyPr/>
        <a:lstStyle/>
        <a:p>
          <a:r>
            <a:rPr lang="en-US"/>
            <a:t>Loop</a:t>
          </a:r>
        </a:p>
      </dgm:t>
    </dgm:pt>
    <dgm:pt modelId="{EA1341D3-EC2F-471D-8003-65F668468B19}" type="parTrans" cxnId="{D4753ED9-F182-40E6-A742-A6906CC3EF77}">
      <dgm:prSet/>
      <dgm:spPr/>
      <dgm:t>
        <a:bodyPr/>
        <a:lstStyle/>
        <a:p>
          <a:endParaRPr lang="en-US"/>
        </a:p>
      </dgm:t>
    </dgm:pt>
    <dgm:pt modelId="{70754AD2-E28E-4136-A39D-C74CE4D2F132}" type="sibTrans" cxnId="{D4753ED9-F182-40E6-A742-A6906CC3EF77}">
      <dgm:prSet/>
      <dgm:spPr/>
      <dgm:t>
        <a:bodyPr/>
        <a:lstStyle/>
        <a:p>
          <a:endParaRPr lang="en-US"/>
        </a:p>
      </dgm:t>
    </dgm:pt>
    <dgm:pt modelId="{019DD988-91E7-4536-848A-5FFB8E430783}">
      <dgm:prSet/>
      <dgm:spPr/>
      <dgm:t>
        <a:bodyPr/>
        <a:lstStyle/>
        <a:p>
          <a:r>
            <a:rPr lang="en-US"/>
            <a:t>Loop 34 different images</a:t>
          </a:r>
        </a:p>
      </dgm:t>
    </dgm:pt>
    <dgm:pt modelId="{8CE18984-B7A6-4CC8-A25E-6C1290A3627F}" type="parTrans" cxnId="{777DBDD1-D5D7-43C0-9582-2A47C9EFBD92}">
      <dgm:prSet/>
      <dgm:spPr/>
      <dgm:t>
        <a:bodyPr/>
        <a:lstStyle/>
        <a:p>
          <a:endParaRPr lang="en-US"/>
        </a:p>
      </dgm:t>
    </dgm:pt>
    <dgm:pt modelId="{08DAAFB0-AD98-4B2C-99A9-D1A49C930331}" type="sibTrans" cxnId="{777DBDD1-D5D7-43C0-9582-2A47C9EFBD92}">
      <dgm:prSet/>
      <dgm:spPr/>
      <dgm:t>
        <a:bodyPr/>
        <a:lstStyle/>
        <a:p>
          <a:endParaRPr lang="en-US"/>
        </a:p>
      </dgm:t>
    </dgm:pt>
    <dgm:pt modelId="{612F54F4-8A24-4E31-AA91-64AF159CDB1D}">
      <dgm:prSet/>
      <dgm:spPr/>
      <dgm:t>
        <a:bodyPr/>
        <a:lstStyle/>
        <a:p>
          <a:r>
            <a:rPr lang="en-US"/>
            <a:t>Detect</a:t>
          </a:r>
        </a:p>
      </dgm:t>
    </dgm:pt>
    <dgm:pt modelId="{6354BD2C-AA76-4087-A0B5-C2CC9FBCFB4B}" type="parTrans" cxnId="{CE48CEF4-6108-48E8-AFD2-C3FF486C845E}">
      <dgm:prSet/>
      <dgm:spPr/>
      <dgm:t>
        <a:bodyPr/>
        <a:lstStyle/>
        <a:p>
          <a:endParaRPr lang="en-US"/>
        </a:p>
      </dgm:t>
    </dgm:pt>
    <dgm:pt modelId="{94C54040-8262-4AB5-B4FB-50390D25CFE8}" type="sibTrans" cxnId="{CE48CEF4-6108-48E8-AFD2-C3FF486C845E}">
      <dgm:prSet/>
      <dgm:spPr/>
      <dgm:t>
        <a:bodyPr/>
        <a:lstStyle/>
        <a:p>
          <a:endParaRPr lang="en-US"/>
        </a:p>
      </dgm:t>
    </dgm:pt>
    <dgm:pt modelId="{EA39F369-3499-4DB6-8096-EF8015BAC46F}">
      <dgm:prSet/>
      <dgm:spPr/>
      <dgm:t>
        <a:bodyPr/>
        <a:lstStyle/>
        <a:p>
          <a:r>
            <a:rPr lang="en-US"/>
            <a:t>Detect the trap centroid</a:t>
          </a:r>
        </a:p>
      </dgm:t>
    </dgm:pt>
    <dgm:pt modelId="{DFAA7CAF-3C25-49A0-84F4-24F46861C515}" type="parTrans" cxnId="{B529DCCC-BDBE-4FFE-BF64-F0D862E07A63}">
      <dgm:prSet/>
      <dgm:spPr/>
      <dgm:t>
        <a:bodyPr/>
        <a:lstStyle/>
        <a:p>
          <a:endParaRPr lang="en-US"/>
        </a:p>
      </dgm:t>
    </dgm:pt>
    <dgm:pt modelId="{25AB9F25-D957-416E-8060-61D33D51560F}" type="sibTrans" cxnId="{B529DCCC-BDBE-4FFE-BF64-F0D862E07A63}">
      <dgm:prSet/>
      <dgm:spPr/>
      <dgm:t>
        <a:bodyPr/>
        <a:lstStyle/>
        <a:p>
          <a:endParaRPr lang="en-US"/>
        </a:p>
      </dgm:t>
    </dgm:pt>
    <dgm:pt modelId="{C33B3A25-831F-4F88-8350-CCD08E5E3A50}">
      <dgm:prSet/>
      <dgm:spPr/>
      <dgm:t>
        <a:bodyPr/>
        <a:lstStyle/>
        <a:p>
          <a:r>
            <a:rPr lang="en-US"/>
            <a:t>Normalize and clean</a:t>
          </a:r>
        </a:p>
      </dgm:t>
    </dgm:pt>
    <dgm:pt modelId="{F4809044-5635-4078-9448-9E95F1076BF2}" type="parTrans" cxnId="{D6C0F546-F545-41E2-8C90-A3ACF65FE65E}">
      <dgm:prSet/>
      <dgm:spPr/>
      <dgm:t>
        <a:bodyPr/>
        <a:lstStyle/>
        <a:p>
          <a:endParaRPr lang="en-US"/>
        </a:p>
      </dgm:t>
    </dgm:pt>
    <dgm:pt modelId="{E4736EB8-4756-463D-8616-1FAB08167D4B}" type="sibTrans" cxnId="{D6C0F546-F545-41E2-8C90-A3ACF65FE65E}">
      <dgm:prSet/>
      <dgm:spPr/>
      <dgm:t>
        <a:bodyPr/>
        <a:lstStyle/>
        <a:p>
          <a:endParaRPr lang="en-US"/>
        </a:p>
      </dgm:t>
    </dgm:pt>
    <dgm:pt modelId="{B82D9959-FD58-4079-836E-22E98721787B}">
      <dgm:prSet/>
      <dgm:spPr/>
      <dgm:t>
        <a:bodyPr/>
        <a:lstStyle/>
        <a:p>
          <a:r>
            <a:rPr lang="en-US"/>
            <a:t>Normalize and clean Image (basic resolution)</a:t>
          </a:r>
        </a:p>
      </dgm:t>
    </dgm:pt>
    <dgm:pt modelId="{1E87068C-A7A1-41AD-95E3-C239AA817835}" type="parTrans" cxnId="{AAE66C61-36D3-4FEF-A872-094153C277EF}">
      <dgm:prSet/>
      <dgm:spPr/>
      <dgm:t>
        <a:bodyPr/>
        <a:lstStyle/>
        <a:p>
          <a:endParaRPr lang="en-US"/>
        </a:p>
      </dgm:t>
    </dgm:pt>
    <dgm:pt modelId="{390819FD-6DFA-458D-97AA-372B314AE55C}" type="sibTrans" cxnId="{AAE66C61-36D3-4FEF-A872-094153C277EF}">
      <dgm:prSet/>
      <dgm:spPr/>
      <dgm:t>
        <a:bodyPr/>
        <a:lstStyle/>
        <a:p>
          <a:endParaRPr lang="en-US"/>
        </a:p>
      </dgm:t>
    </dgm:pt>
    <dgm:pt modelId="{6DFA6D01-0D81-46EF-874D-B5889BB1AE03}">
      <dgm:prSet/>
      <dgm:spPr/>
      <dgm:t>
        <a:bodyPr/>
        <a:lstStyle/>
        <a:p>
          <a:r>
            <a:rPr lang="en-US"/>
            <a:t>Draw</a:t>
          </a:r>
        </a:p>
      </dgm:t>
    </dgm:pt>
    <dgm:pt modelId="{950E3BA2-F7FD-4814-B15A-2B2677E06102}" type="parTrans" cxnId="{33312532-E4C8-4567-A02F-12D2268E6792}">
      <dgm:prSet/>
      <dgm:spPr/>
      <dgm:t>
        <a:bodyPr/>
        <a:lstStyle/>
        <a:p>
          <a:endParaRPr lang="en-US"/>
        </a:p>
      </dgm:t>
    </dgm:pt>
    <dgm:pt modelId="{0E33BBB5-0C1C-434A-8E74-82ECDE0CBA8A}" type="sibTrans" cxnId="{33312532-E4C8-4567-A02F-12D2268E6792}">
      <dgm:prSet/>
      <dgm:spPr/>
      <dgm:t>
        <a:bodyPr/>
        <a:lstStyle/>
        <a:p>
          <a:endParaRPr lang="en-US"/>
        </a:p>
      </dgm:t>
    </dgm:pt>
    <dgm:pt modelId="{1F1EEDF8-8A2D-4505-8096-2A01C628A827}">
      <dgm:prSet/>
      <dgm:spPr/>
      <dgm:t>
        <a:bodyPr/>
        <a:lstStyle/>
        <a:p>
          <a:r>
            <a:rPr lang="en-US"/>
            <a:t>Draw Region Of Interest (ROI)</a:t>
          </a:r>
        </a:p>
      </dgm:t>
    </dgm:pt>
    <dgm:pt modelId="{D83F6FE9-9FDB-4F12-B274-4B72E3C63334}" type="parTrans" cxnId="{58E9E721-667D-4CC9-A08B-47C0EBDA5BF0}">
      <dgm:prSet/>
      <dgm:spPr/>
      <dgm:t>
        <a:bodyPr/>
        <a:lstStyle/>
        <a:p>
          <a:endParaRPr lang="en-US"/>
        </a:p>
      </dgm:t>
    </dgm:pt>
    <dgm:pt modelId="{230E4C92-9CA3-4A37-8810-F73161AA6DC4}" type="sibTrans" cxnId="{58E9E721-667D-4CC9-A08B-47C0EBDA5BF0}">
      <dgm:prSet/>
      <dgm:spPr/>
      <dgm:t>
        <a:bodyPr/>
        <a:lstStyle/>
        <a:p>
          <a:endParaRPr lang="en-US"/>
        </a:p>
      </dgm:t>
    </dgm:pt>
    <dgm:pt modelId="{3F58C2FC-AD27-4BBD-BBBC-2C87D5E93A63}">
      <dgm:prSet/>
      <dgm:spPr/>
      <dgm:t>
        <a:bodyPr/>
        <a:lstStyle/>
        <a:p>
          <a:r>
            <a:rPr lang="en-US"/>
            <a:t>Capture</a:t>
          </a:r>
        </a:p>
      </dgm:t>
    </dgm:pt>
    <dgm:pt modelId="{E1B974B7-FCC3-49A4-B26E-83F776D4263B}" type="parTrans" cxnId="{D263893E-EF91-4A9A-9389-45A45BE8ACC2}">
      <dgm:prSet/>
      <dgm:spPr/>
      <dgm:t>
        <a:bodyPr/>
        <a:lstStyle/>
        <a:p>
          <a:endParaRPr lang="en-US"/>
        </a:p>
      </dgm:t>
    </dgm:pt>
    <dgm:pt modelId="{E3E7D17A-E13C-4065-948B-8386D7DBFD68}" type="sibTrans" cxnId="{D263893E-EF91-4A9A-9389-45A45BE8ACC2}">
      <dgm:prSet/>
      <dgm:spPr/>
      <dgm:t>
        <a:bodyPr/>
        <a:lstStyle/>
        <a:p>
          <a:endParaRPr lang="en-US"/>
        </a:p>
      </dgm:t>
    </dgm:pt>
    <dgm:pt modelId="{2C166636-E65C-4372-948F-BE50270654F1}">
      <dgm:prSet/>
      <dgm:spPr/>
      <dgm:t>
        <a:bodyPr/>
        <a:lstStyle/>
        <a:p>
          <a:r>
            <a:rPr lang="en-US"/>
            <a:t>Capture signals in each frame</a:t>
          </a:r>
        </a:p>
      </dgm:t>
    </dgm:pt>
    <dgm:pt modelId="{1D78D519-DE79-4AC4-83D8-8B3F797A4863}" type="parTrans" cxnId="{04938E74-F960-45C1-8EEA-8EBD4DD82FE1}">
      <dgm:prSet/>
      <dgm:spPr/>
      <dgm:t>
        <a:bodyPr/>
        <a:lstStyle/>
        <a:p>
          <a:endParaRPr lang="en-US"/>
        </a:p>
      </dgm:t>
    </dgm:pt>
    <dgm:pt modelId="{BFBF64E5-BD2A-41E3-A88B-5A4930C9A949}" type="sibTrans" cxnId="{04938E74-F960-45C1-8EEA-8EBD4DD82FE1}">
      <dgm:prSet/>
      <dgm:spPr/>
      <dgm:t>
        <a:bodyPr/>
        <a:lstStyle/>
        <a:p>
          <a:endParaRPr lang="en-US"/>
        </a:p>
      </dgm:t>
    </dgm:pt>
    <dgm:pt modelId="{576EF772-BBD4-4229-A088-B3E569EA4CBF}">
      <dgm:prSet/>
      <dgm:spPr/>
      <dgm:t>
        <a:bodyPr/>
        <a:lstStyle/>
        <a:p>
          <a:r>
            <a:rPr lang="en-US"/>
            <a:t>Output</a:t>
          </a:r>
        </a:p>
      </dgm:t>
    </dgm:pt>
    <dgm:pt modelId="{4B6DD1A3-58C3-4F93-B0A9-0C97CD1433DB}" type="parTrans" cxnId="{B1DD71A0-D956-4B8A-ACB7-C4CDAC48DAB4}">
      <dgm:prSet/>
      <dgm:spPr/>
      <dgm:t>
        <a:bodyPr/>
        <a:lstStyle/>
        <a:p>
          <a:endParaRPr lang="en-US"/>
        </a:p>
      </dgm:t>
    </dgm:pt>
    <dgm:pt modelId="{CFB3B32E-5335-4EC3-9CBE-64C3E1EB1130}" type="sibTrans" cxnId="{B1DD71A0-D956-4B8A-ACB7-C4CDAC48DAB4}">
      <dgm:prSet/>
      <dgm:spPr/>
      <dgm:t>
        <a:bodyPr/>
        <a:lstStyle/>
        <a:p>
          <a:endParaRPr lang="en-US"/>
        </a:p>
      </dgm:t>
    </dgm:pt>
    <dgm:pt modelId="{05D91D9B-BE46-42C4-A54F-2B173872091C}">
      <dgm:prSet/>
      <dgm:spPr/>
      <dgm:t>
        <a:bodyPr/>
        <a:lstStyle/>
        <a:p>
          <a:r>
            <a:rPr lang="en-US"/>
            <a:t>Output a csv: (FrameID, signal)</a:t>
          </a:r>
        </a:p>
      </dgm:t>
    </dgm:pt>
    <dgm:pt modelId="{6C75A713-1428-44BE-B996-29996EB6E792}" type="parTrans" cxnId="{229A05FA-20E2-4901-81B7-1E1B869C55FC}">
      <dgm:prSet/>
      <dgm:spPr/>
      <dgm:t>
        <a:bodyPr/>
        <a:lstStyle/>
        <a:p>
          <a:endParaRPr lang="en-US"/>
        </a:p>
      </dgm:t>
    </dgm:pt>
    <dgm:pt modelId="{E754CC8F-392D-4F25-8545-FF92620411BD}" type="sibTrans" cxnId="{229A05FA-20E2-4901-81B7-1E1B869C55FC}">
      <dgm:prSet/>
      <dgm:spPr/>
      <dgm:t>
        <a:bodyPr/>
        <a:lstStyle/>
        <a:p>
          <a:endParaRPr lang="en-US"/>
        </a:p>
      </dgm:t>
    </dgm:pt>
    <dgm:pt modelId="{2FF6F815-8979-45D7-A04B-EBAF66D54864}" type="pres">
      <dgm:prSet presAssocID="{BEA64B4D-1915-4D71-877C-454A6D67DAF9}" presName="Name0" presStyleCnt="0">
        <dgm:presLayoutVars>
          <dgm:dir/>
          <dgm:animLvl val="lvl"/>
          <dgm:resizeHandles val="exact"/>
        </dgm:presLayoutVars>
      </dgm:prSet>
      <dgm:spPr/>
    </dgm:pt>
    <dgm:pt modelId="{21DD5D84-A750-4828-B036-43BC8C907E37}" type="pres">
      <dgm:prSet presAssocID="{576EF772-BBD4-4229-A088-B3E569EA4CBF}" presName="boxAndChildren" presStyleCnt="0"/>
      <dgm:spPr/>
    </dgm:pt>
    <dgm:pt modelId="{E97DAFB6-3E0B-4F63-B27E-038C3CDF5FD8}" type="pres">
      <dgm:prSet presAssocID="{576EF772-BBD4-4229-A088-B3E569EA4CBF}" presName="parentTextBox" presStyleLbl="alignNode1" presStyleIdx="0" presStyleCnt="6"/>
      <dgm:spPr/>
    </dgm:pt>
    <dgm:pt modelId="{775471F6-DDA3-4A4D-9A24-846D04950B2C}" type="pres">
      <dgm:prSet presAssocID="{576EF772-BBD4-4229-A088-B3E569EA4CBF}" presName="descendantBox" presStyleLbl="bgAccFollowNode1" presStyleIdx="0" presStyleCnt="6"/>
      <dgm:spPr/>
    </dgm:pt>
    <dgm:pt modelId="{21DB7274-8751-47C6-B8BA-CEC04EDCF71E}" type="pres">
      <dgm:prSet presAssocID="{E3E7D17A-E13C-4065-948B-8386D7DBFD68}" presName="sp" presStyleCnt="0"/>
      <dgm:spPr/>
    </dgm:pt>
    <dgm:pt modelId="{38AED926-6D73-4110-8B49-DB9F66B48D1C}" type="pres">
      <dgm:prSet presAssocID="{3F58C2FC-AD27-4BBD-BBBC-2C87D5E93A63}" presName="arrowAndChildren" presStyleCnt="0"/>
      <dgm:spPr/>
    </dgm:pt>
    <dgm:pt modelId="{6CD71FEE-A2BB-43F4-8CCA-AFF7A8280AF3}" type="pres">
      <dgm:prSet presAssocID="{3F58C2FC-AD27-4BBD-BBBC-2C87D5E93A63}" presName="parentTextArrow" presStyleLbl="node1" presStyleIdx="0" presStyleCnt="0"/>
      <dgm:spPr/>
    </dgm:pt>
    <dgm:pt modelId="{E7F2DBA5-802A-4098-BCEA-3F42C2FC4BBD}" type="pres">
      <dgm:prSet presAssocID="{3F58C2FC-AD27-4BBD-BBBC-2C87D5E93A63}" presName="arrow" presStyleLbl="alignNode1" presStyleIdx="1" presStyleCnt="6"/>
      <dgm:spPr/>
    </dgm:pt>
    <dgm:pt modelId="{EC40D5D4-845C-4233-BF2A-2A2C7120776F}" type="pres">
      <dgm:prSet presAssocID="{3F58C2FC-AD27-4BBD-BBBC-2C87D5E93A63}" presName="descendantArrow" presStyleLbl="bgAccFollowNode1" presStyleIdx="1" presStyleCnt="6"/>
      <dgm:spPr/>
    </dgm:pt>
    <dgm:pt modelId="{9C08FB57-F57F-46A7-A5FF-B1C70E6D670A}" type="pres">
      <dgm:prSet presAssocID="{0E33BBB5-0C1C-434A-8E74-82ECDE0CBA8A}" presName="sp" presStyleCnt="0"/>
      <dgm:spPr/>
    </dgm:pt>
    <dgm:pt modelId="{3AF76120-BAA7-4EA8-A598-06C1D425B461}" type="pres">
      <dgm:prSet presAssocID="{6DFA6D01-0D81-46EF-874D-B5889BB1AE03}" presName="arrowAndChildren" presStyleCnt="0"/>
      <dgm:spPr/>
    </dgm:pt>
    <dgm:pt modelId="{FDC7AC91-22F3-4920-9FAA-A283BC90E3C1}" type="pres">
      <dgm:prSet presAssocID="{6DFA6D01-0D81-46EF-874D-B5889BB1AE03}" presName="parentTextArrow" presStyleLbl="node1" presStyleIdx="0" presStyleCnt="0"/>
      <dgm:spPr/>
    </dgm:pt>
    <dgm:pt modelId="{817768D4-2B08-4A38-AE49-471458A2CB71}" type="pres">
      <dgm:prSet presAssocID="{6DFA6D01-0D81-46EF-874D-B5889BB1AE03}" presName="arrow" presStyleLbl="alignNode1" presStyleIdx="2" presStyleCnt="6"/>
      <dgm:spPr/>
    </dgm:pt>
    <dgm:pt modelId="{BDDAC7EC-74A0-4350-8708-E152D86397C1}" type="pres">
      <dgm:prSet presAssocID="{6DFA6D01-0D81-46EF-874D-B5889BB1AE03}" presName="descendantArrow" presStyleLbl="bgAccFollowNode1" presStyleIdx="2" presStyleCnt="6"/>
      <dgm:spPr/>
    </dgm:pt>
    <dgm:pt modelId="{4255E475-E1EF-4AAB-824C-89C6B53392DC}" type="pres">
      <dgm:prSet presAssocID="{E4736EB8-4756-463D-8616-1FAB08167D4B}" presName="sp" presStyleCnt="0"/>
      <dgm:spPr/>
    </dgm:pt>
    <dgm:pt modelId="{87A134D5-B156-4AC2-8BB1-F92FA89EBD9B}" type="pres">
      <dgm:prSet presAssocID="{C33B3A25-831F-4F88-8350-CCD08E5E3A50}" presName="arrowAndChildren" presStyleCnt="0"/>
      <dgm:spPr/>
    </dgm:pt>
    <dgm:pt modelId="{97F9CDA2-3ED9-43A3-A485-BE8F46F1FDC8}" type="pres">
      <dgm:prSet presAssocID="{C33B3A25-831F-4F88-8350-CCD08E5E3A50}" presName="parentTextArrow" presStyleLbl="node1" presStyleIdx="0" presStyleCnt="0"/>
      <dgm:spPr/>
    </dgm:pt>
    <dgm:pt modelId="{968450F7-9E86-4537-BCAD-165E37DB1BCB}" type="pres">
      <dgm:prSet presAssocID="{C33B3A25-831F-4F88-8350-CCD08E5E3A50}" presName="arrow" presStyleLbl="alignNode1" presStyleIdx="3" presStyleCnt="6"/>
      <dgm:spPr/>
    </dgm:pt>
    <dgm:pt modelId="{BA3D6D62-D764-42F6-818E-1D7E662BAAF9}" type="pres">
      <dgm:prSet presAssocID="{C33B3A25-831F-4F88-8350-CCD08E5E3A50}" presName="descendantArrow" presStyleLbl="bgAccFollowNode1" presStyleIdx="3" presStyleCnt="6"/>
      <dgm:spPr/>
    </dgm:pt>
    <dgm:pt modelId="{A0EC3E37-F91F-4DDD-B8BB-617AA490010E}" type="pres">
      <dgm:prSet presAssocID="{94C54040-8262-4AB5-B4FB-50390D25CFE8}" presName="sp" presStyleCnt="0"/>
      <dgm:spPr/>
    </dgm:pt>
    <dgm:pt modelId="{9374133C-9F95-4AE8-B848-272239D5872B}" type="pres">
      <dgm:prSet presAssocID="{612F54F4-8A24-4E31-AA91-64AF159CDB1D}" presName="arrowAndChildren" presStyleCnt="0"/>
      <dgm:spPr/>
    </dgm:pt>
    <dgm:pt modelId="{2702A301-2F5B-48AC-985F-12CB207269D9}" type="pres">
      <dgm:prSet presAssocID="{612F54F4-8A24-4E31-AA91-64AF159CDB1D}" presName="parentTextArrow" presStyleLbl="node1" presStyleIdx="0" presStyleCnt="0"/>
      <dgm:spPr/>
    </dgm:pt>
    <dgm:pt modelId="{A4A8E029-6B7F-4707-94A2-309C8F6868E3}" type="pres">
      <dgm:prSet presAssocID="{612F54F4-8A24-4E31-AA91-64AF159CDB1D}" presName="arrow" presStyleLbl="alignNode1" presStyleIdx="4" presStyleCnt="6"/>
      <dgm:spPr/>
    </dgm:pt>
    <dgm:pt modelId="{3193AF06-2D86-4854-BF2A-7738E438116C}" type="pres">
      <dgm:prSet presAssocID="{612F54F4-8A24-4E31-AA91-64AF159CDB1D}" presName="descendantArrow" presStyleLbl="bgAccFollowNode1" presStyleIdx="4" presStyleCnt="6"/>
      <dgm:spPr/>
    </dgm:pt>
    <dgm:pt modelId="{B551B6E1-61D0-4478-99F8-83DC506AD947}" type="pres">
      <dgm:prSet presAssocID="{70754AD2-E28E-4136-A39D-C74CE4D2F132}" presName="sp" presStyleCnt="0"/>
      <dgm:spPr/>
    </dgm:pt>
    <dgm:pt modelId="{B8813A25-1D96-4E45-8A3D-61A7D127E8E3}" type="pres">
      <dgm:prSet presAssocID="{92B86576-60ED-4103-9031-D6757B781144}" presName="arrowAndChildren" presStyleCnt="0"/>
      <dgm:spPr/>
    </dgm:pt>
    <dgm:pt modelId="{3A0992EE-49DD-4B0B-AF87-61A24279D18F}" type="pres">
      <dgm:prSet presAssocID="{92B86576-60ED-4103-9031-D6757B781144}" presName="parentTextArrow" presStyleLbl="node1" presStyleIdx="0" presStyleCnt="0"/>
      <dgm:spPr/>
    </dgm:pt>
    <dgm:pt modelId="{67885360-070B-4921-A13A-A77F322FD6E4}" type="pres">
      <dgm:prSet presAssocID="{92B86576-60ED-4103-9031-D6757B781144}" presName="arrow" presStyleLbl="alignNode1" presStyleIdx="5" presStyleCnt="6"/>
      <dgm:spPr/>
    </dgm:pt>
    <dgm:pt modelId="{A53BF716-5363-43DC-A7BA-DD3A7C9991AB}" type="pres">
      <dgm:prSet presAssocID="{92B86576-60ED-4103-9031-D6757B781144}" presName="descendantArrow" presStyleLbl="bgAccFollowNode1" presStyleIdx="5" presStyleCnt="6"/>
      <dgm:spPr/>
    </dgm:pt>
  </dgm:ptLst>
  <dgm:cxnLst>
    <dgm:cxn modelId="{E7EC4310-9A7F-43C3-9665-6910721BE204}" type="presOf" srcId="{EA39F369-3499-4DB6-8096-EF8015BAC46F}" destId="{3193AF06-2D86-4854-BF2A-7738E438116C}" srcOrd="0" destOrd="0" presId="urn:microsoft.com/office/officeart/2016/7/layout/VerticalDownArrowProcess"/>
    <dgm:cxn modelId="{F1040A1E-364D-4E2A-ABD1-6F052F22977E}" type="presOf" srcId="{05D91D9B-BE46-42C4-A54F-2B173872091C}" destId="{775471F6-DDA3-4A4D-9A24-846D04950B2C}" srcOrd="0" destOrd="0" presId="urn:microsoft.com/office/officeart/2016/7/layout/VerticalDownArrowProcess"/>
    <dgm:cxn modelId="{58E9E721-667D-4CC9-A08B-47C0EBDA5BF0}" srcId="{6DFA6D01-0D81-46EF-874D-B5889BB1AE03}" destId="{1F1EEDF8-8A2D-4505-8096-2A01C628A827}" srcOrd="0" destOrd="0" parTransId="{D83F6FE9-9FDB-4F12-B274-4B72E3C63334}" sibTransId="{230E4C92-9CA3-4A37-8810-F73161AA6DC4}"/>
    <dgm:cxn modelId="{33312532-E4C8-4567-A02F-12D2268E6792}" srcId="{BEA64B4D-1915-4D71-877C-454A6D67DAF9}" destId="{6DFA6D01-0D81-46EF-874D-B5889BB1AE03}" srcOrd="3" destOrd="0" parTransId="{950E3BA2-F7FD-4814-B15A-2B2677E06102}" sibTransId="{0E33BBB5-0C1C-434A-8E74-82ECDE0CBA8A}"/>
    <dgm:cxn modelId="{11C3453C-EBCC-4BF3-89B4-EDBDE669831E}" type="presOf" srcId="{612F54F4-8A24-4E31-AA91-64AF159CDB1D}" destId="{A4A8E029-6B7F-4707-94A2-309C8F6868E3}" srcOrd="1" destOrd="0" presId="urn:microsoft.com/office/officeart/2016/7/layout/VerticalDownArrowProcess"/>
    <dgm:cxn modelId="{D263893E-EF91-4A9A-9389-45A45BE8ACC2}" srcId="{BEA64B4D-1915-4D71-877C-454A6D67DAF9}" destId="{3F58C2FC-AD27-4BBD-BBBC-2C87D5E93A63}" srcOrd="4" destOrd="0" parTransId="{E1B974B7-FCC3-49A4-B26E-83F776D4263B}" sibTransId="{E3E7D17A-E13C-4065-948B-8386D7DBFD68}"/>
    <dgm:cxn modelId="{AAE66C61-36D3-4FEF-A872-094153C277EF}" srcId="{C33B3A25-831F-4F88-8350-CCD08E5E3A50}" destId="{B82D9959-FD58-4079-836E-22E98721787B}" srcOrd="0" destOrd="0" parTransId="{1E87068C-A7A1-41AD-95E3-C239AA817835}" sibTransId="{390819FD-6DFA-458D-97AA-372B314AE55C}"/>
    <dgm:cxn modelId="{819A3243-483A-49AE-9EEB-954269069496}" type="presOf" srcId="{C33B3A25-831F-4F88-8350-CCD08E5E3A50}" destId="{97F9CDA2-3ED9-43A3-A485-BE8F46F1FDC8}" srcOrd="0" destOrd="0" presId="urn:microsoft.com/office/officeart/2016/7/layout/VerticalDownArrowProcess"/>
    <dgm:cxn modelId="{6C28C844-95FA-4F6D-9758-3EA09FB72045}" type="presOf" srcId="{1F1EEDF8-8A2D-4505-8096-2A01C628A827}" destId="{BDDAC7EC-74A0-4350-8708-E152D86397C1}" srcOrd="0" destOrd="0" presId="urn:microsoft.com/office/officeart/2016/7/layout/VerticalDownArrowProcess"/>
    <dgm:cxn modelId="{D6C0F546-F545-41E2-8C90-A3ACF65FE65E}" srcId="{BEA64B4D-1915-4D71-877C-454A6D67DAF9}" destId="{C33B3A25-831F-4F88-8350-CCD08E5E3A50}" srcOrd="2" destOrd="0" parTransId="{F4809044-5635-4078-9448-9E95F1076BF2}" sibTransId="{E4736EB8-4756-463D-8616-1FAB08167D4B}"/>
    <dgm:cxn modelId="{E5811573-30AE-48A4-A074-DA5A3C8D5E6D}" type="presOf" srcId="{BEA64B4D-1915-4D71-877C-454A6D67DAF9}" destId="{2FF6F815-8979-45D7-A04B-EBAF66D54864}" srcOrd="0" destOrd="0" presId="urn:microsoft.com/office/officeart/2016/7/layout/VerticalDownArrowProcess"/>
    <dgm:cxn modelId="{04938E74-F960-45C1-8EEA-8EBD4DD82FE1}" srcId="{3F58C2FC-AD27-4BBD-BBBC-2C87D5E93A63}" destId="{2C166636-E65C-4372-948F-BE50270654F1}" srcOrd="0" destOrd="0" parTransId="{1D78D519-DE79-4AC4-83D8-8B3F797A4863}" sibTransId="{BFBF64E5-BD2A-41E3-A88B-5A4930C9A949}"/>
    <dgm:cxn modelId="{6C106558-47C4-4437-8FC3-C15E5B015D50}" type="presOf" srcId="{6DFA6D01-0D81-46EF-874D-B5889BB1AE03}" destId="{817768D4-2B08-4A38-AE49-471458A2CB71}" srcOrd="1" destOrd="0" presId="urn:microsoft.com/office/officeart/2016/7/layout/VerticalDownArrowProcess"/>
    <dgm:cxn modelId="{8B4A5D93-4D15-45E4-8582-448B2A7FF334}" type="presOf" srcId="{2C166636-E65C-4372-948F-BE50270654F1}" destId="{EC40D5D4-845C-4233-BF2A-2A2C7120776F}" srcOrd="0" destOrd="0" presId="urn:microsoft.com/office/officeart/2016/7/layout/VerticalDownArrowProcess"/>
    <dgm:cxn modelId="{B1DD71A0-D956-4B8A-ACB7-C4CDAC48DAB4}" srcId="{BEA64B4D-1915-4D71-877C-454A6D67DAF9}" destId="{576EF772-BBD4-4229-A088-B3E569EA4CBF}" srcOrd="5" destOrd="0" parTransId="{4B6DD1A3-58C3-4F93-B0A9-0C97CD1433DB}" sibTransId="{CFB3B32E-5335-4EC3-9CBE-64C3E1EB1130}"/>
    <dgm:cxn modelId="{C014A4A5-3A80-49C5-AFF5-4F6EB0F4D484}" type="presOf" srcId="{3F58C2FC-AD27-4BBD-BBBC-2C87D5E93A63}" destId="{E7F2DBA5-802A-4098-BCEA-3F42C2FC4BBD}" srcOrd="1" destOrd="0" presId="urn:microsoft.com/office/officeart/2016/7/layout/VerticalDownArrowProcess"/>
    <dgm:cxn modelId="{BB75F1B6-7450-49DE-B964-E2675FD95222}" type="presOf" srcId="{C33B3A25-831F-4F88-8350-CCD08E5E3A50}" destId="{968450F7-9E86-4537-BCAD-165E37DB1BCB}" srcOrd="1" destOrd="0" presId="urn:microsoft.com/office/officeart/2016/7/layout/VerticalDownArrowProcess"/>
    <dgm:cxn modelId="{7331B0BD-9C2C-4F09-A619-9E76D69A7801}" type="presOf" srcId="{612F54F4-8A24-4E31-AA91-64AF159CDB1D}" destId="{2702A301-2F5B-48AC-985F-12CB207269D9}" srcOrd="0" destOrd="0" presId="urn:microsoft.com/office/officeart/2016/7/layout/VerticalDownArrowProcess"/>
    <dgm:cxn modelId="{102E1FC9-C7F9-4474-82ED-FAD724931DD2}" type="presOf" srcId="{6DFA6D01-0D81-46EF-874D-B5889BB1AE03}" destId="{FDC7AC91-22F3-4920-9FAA-A283BC90E3C1}" srcOrd="0" destOrd="0" presId="urn:microsoft.com/office/officeart/2016/7/layout/VerticalDownArrowProcess"/>
    <dgm:cxn modelId="{B529DCCC-BDBE-4FFE-BF64-F0D862E07A63}" srcId="{612F54F4-8A24-4E31-AA91-64AF159CDB1D}" destId="{EA39F369-3499-4DB6-8096-EF8015BAC46F}" srcOrd="0" destOrd="0" parTransId="{DFAA7CAF-3C25-49A0-84F4-24F46861C515}" sibTransId="{25AB9F25-D957-416E-8060-61D33D51560F}"/>
    <dgm:cxn modelId="{777DBDD1-D5D7-43C0-9582-2A47C9EFBD92}" srcId="{92B86576-60ED-4103-9031-D6757B781144}" destId="{019DD988-91E7-4536-848A-5FFB8E430783}" srcOrd="0" destOrd="0" parTransId="{8CE18984-B7A6-4CC8-A25E-6C1290A3627F}" sibTransId="{08DAAFB0-AD98-4B2C-99A9-D1A49C930331}"/>
    <dgm:cxn modelId="{D4753ED9-F182-40E6-A742-A6906CC3EF77}" srcId="{BEA64B4D-1915-4D71-877C-454A6D67DAF9}" destId="{92B86576-60ED-4103-9031-D6757B781144}" srcOrd="0" destOrd="0" parTransId="{EA1341D3-EC2F-471D-8003-65F668468B19}" sibTransId="{70754AD2-E28E-4136-A39D-C74CE4D2F132}"/>
    <dgm:cxn modelId="{5DD6D1D9-7745-4FD7-A122-869E65596388}" type="presOf" srcId="{B82D9959-FD58-4079-836E-22E98721787B}" destId="{BA3D6D62-D764-42F6-818E-1D7E662BAAF9}" srcOrd="0" destOrd="0" presId="urn:microsoft.com/office/officeart/2016/7/layout/VerticalDownArrowProcess"/>
    <dgm:cxn modelId="{6F260ADA-E2C6-4722-AD8A-7BEA996AFF1F}" type="presOf" srcId="{92B86576-60ED-4103-9031-D6757B781144}" destId="{3A0992EE-49DD-4B0B-AF87-61A24279D18F}" srcOrd="0" destOrd="0" presId="urn:microsoft.com/office/officeart/2016/7/layout/VerticalDownArrowProcess"/>
    <dgm:cxn modelId="{E98494DA-FF46-460E-B80F-C974771A5ED9}" type="presOf" srcId="{92B86576-60ED-4103-9031-D6757B781144}" destId="{67885360-070B-4921-A13A-A77F322FD6E4}" srcOrd="1" destOrd="0" presId="urn:microsoft.com/office/officeart/2016/7/layout/VerticalDownArrowProcess"/>
    <dgm:cxn modelId="{A4C923EA-27BC-4EE5-8650-F097EA907184}" type="presOf" srcId="{019DD988-91E7-4536-848A-5FFB8E430783}" destId="{A53BF716-5363-43DC-A7BA-DD3A7C9991AB}" srcOrd="0" destOrd="0" presId="urn:microsoft.com/office/officeart/2016/7/layout/VerticalDownArrowProcess"/>
    <dgm:cxn modelId="{6416FEEA-75FC-441D-9081-BCFE47C78F22}" type="presOf" srcId="{576EF772-BBD4-4229-A088-B3E569EA4CBF}" destId="{E97DAFB6-3E0B-4F63-B27E-038C3CDF5FD8}" srcOrd="0" destOrd="0" presId="urn:microsoft.com/office/officeart/2016/7/layout/VerticalDownArrowProcess"/>
    <dgm:cxn modelId="{CE48CEF4-6108-48E8-AFD2-C3FF486C845E}" srcId="{BEA64B4D-1915-4D71-877C-454A6D67DAF9}" destId="{612F54F4-8A24-4E31-AA91-64AF159CDB1D}" srcOrd="1" destOrd="0" parTransId="{6354BD2C-AA76-4087-A0B5-C2CC9FBCFB4B}" sibTransId="{94C54040-8262-4AB5-B4FB-50390D25CFE8}"/>
    <dgm:cxn modelId="{3F9D2DF5-A2B6-4A66-98F4-ADE3995CCE15}" type="presOf" srcId="{3F58C2FC-AD27-4BBD-BBBC-2C87D5E93A63}" destId="{6CD71FEE-A2BB-43F4-8CCA-AFF7A8280AF3}" srcOrd="0" destOrd="0" presId="urn:microsoft.com/office/officeart/2016/7/layout/VerticalDownArrowProcess"/>
    <dgm:cxn modelId="{229A05FA-20E2-4901-81B7-1E1B869C55FC}" srcId="{576EF772-BBD4-4229-A088-B3E569EA4CBF}" destId="{05D91D9B-BE46-42C4-A54F-2B173872091C}" srcOrd="0" destOrd="0" parTransId="{6C75A713-1428-44BE-B996-29996EB6E792}" sibTransId="{E754CC8F-392D-4F25-8545-FF92620411BD}"/>
    <dgm:cxn modelId="{258C8377-FDFA-466A-9C81-766FEDEE6099}" type="presParOf" srcId="{2FF6F815-8979-45D7-A04B-EBAF66D54864}" destId="{21DD5D84-A750-4828-B036-43BC8C907E37}" srcOrd="0" destOrd="0" presId="urn:microsoft.com/office/officeart/2016/7/layout/VerticalDownArrowProcess"/>
    <dgm:cxn modelId="{E54E9BA2-3BE6-4242-B327-6A834CB7E75F}" type="presParOf" srcId="{21DD5D84-A750-4828-B036-43BC8C907E37}" destId="{E97DAFB6-3E0B-4F63-B27E-038C3CDF5FD8}" srcOrd="0" destOrd="0" presId="urn:microsoft.com/office/officeart/2016/7/layout/VerticalDownArrowProcess"/>
    <dgm:cxn modelId="{5CFD814E-91E1-41C3-9020-B81E00E294F5}" type="presParOf" srcId="{21DD5D84-A750-4828-B036-43BC8C907E37}" destId="{775471F6-DDA3-4A4D-9A24-846D04950B2C}" srcOrd="1" destOrd="0" presId="urn:microsoft.com/office/officeart/2016/7/layout/VerticalDownArrowProcess"/>
    <dgm:cxn modelId="{67493ADC-1168-480E-96C0-239592BDE532}" type="presParOf" srcId="{2FF6F815-8979-45D7-A04B-EBAF66D54864}" destId="{21DB7274-8751-47C6-B8BA-CEC04EDCF71E}" srcOrd="1" destOrd="0" presId="urn:microsoft.com/office/officeart/2016/7/layout/VerticalDownArrowProcess"/>
    <dgm:cxn modelId="{9B17899D-752D-4B6F-812E-2E4375DAE977}" type="presParOf" srcId="{2FF6F815-8979-45D7-A04B-EBAF66D54864}" destId="{38AED926-6D73-4110-8B49-DB9F66B48D1C}" srcOrd="2" destOrd="0" presId="urn:microsoft.com/office/officeart/2016/7/layout/VerticalDownArrowProcess"/>
    <dgm:cxn modelId="{A5463DCF-A946-4831-B592-CAE8D1D7987B}" type="presParOf" srcId="{38AED926-6D73-4110-8B49-DB9F66B48D1C}" destId="{6CD71FEE-A2BB-43F4-8CCA-AFF7A8280AF3}" srcOrd="0" destOrd="0" presId="urn:microsoft.com/office/officeart/2016/7/layout/VerticalDownArrowProcess"/>
    <dgm:cxn modelId="{3FB3B501-5C6A-4DFC-B9BE-56B90894B675}" type="presParOf" srcId="{38AED926-6D73-4110-8B49-DB9F66B48D1C}" destId="{E7F2DBA5-802A-4098-BCEA-3F42C2FC4BBD}" srcOrd="1" destOrd="0" presId="urn:microsoft.com/office/officeart/2016/7/layout/VerticalDownArrowProcess"/>
    <dgm:cxn modelId="{005CAF79-0B41-444D-8CC3-049623A66B4F}" type="presParOf" srcId="{38AED926-6D73-4110-8B49-DB9F66B48D1C}" destId="{EC40D5D4-845C-4233-BF2A-2A2C7120776F}" srcOrd="2" destOrd="0" presId="urn:microsoft.com/office/officeart/2016/7/layout/VerticalDownArrowProcess"/>
    <dgm:cxn modelId="{9027A16D-72D2-4055-8E47-985DD04023BD}" type="presParOf" srcId="{2FF6F815-8979-45D7-A04B-EBAF66D54864}" destId="{9C08FB57-F57F-46A7-A5FF-B1C70E6D670A}" srcOrd="3" destOrd="0" presId="urn:microsoft.com/office/officeart/2016/7/layout/VerticalDownArrowProcess"/>
    <dgm:cxn modelId="{0F620B98-1B95-4454-BF77-9315DCE289CB}" type="presParOf" srcId="{2FF6F815-8979-45D7-A04B-EBAF66D54864}" destId="{3AF76120-BAA7-4EA8-A598-06C1D425B461}" srcOrd="4" destOrd="0" presId="urn:microsoft.com/office/officeart/2016/7/layout/VerticalDownArrowProcess"/>
    <dgm:cxn modelId="{574FEAB6-9388-41CB-911D-69C40D49D3B9}" type="presParOf" srcId="{3AF76120-BAA7-4EA8-A598-06C1D425B461}" destId="{FDC7AC91-22F3-4920-9FAA-A283BC90E3C1}" srcOrd="0" destOrd="0" presId="urn:microsoft.com/office/officeart/2016/7/layout/VerticalDownArrowProcess"/>
    <dgm:cxn modelId="{DF391A30-3CDB-4D85-8AF7-68AF9A17E1FF}" type="presParOf" srcId="{3AF76120-BAA7-4EA8-A598-06C1D425B461}" destId="{817768D4-2B08-4A38-AE49-471458A2CB71}" srcOrd="1" destOrd="0" presId="urn:microsoft.com/office/officeart/2016/7/layout/VerticalDownArrowProcess"/>
    <dgm:cxn modelId="{FE031E46-70CD-419E-B028-CA364CAF6CEA}" type="presParOf" srcId="{3AF76120-BAA7-4EA8-A598-06C1D425B461}" destId="{BDDAC7EC-74A0-4350-8708-E152D86397C1}" srcOrd="2" destOrd="0" presId="urn:microsoft.com/office/officeart/2016/7/layout/VerticalDownArrowProcess"/>
    <dgm:cxn modelId="{92C83922-383A-4968-BF18-17191B1C64CC}" type="presParOf" srcId="{2FF6F815-8979-45D7-A04B-EBAF66D54864}" destId="{4255E475-E1EF-4AAB-824C-89C6B53392DC}" srcOrd="5" destOrd="0" presId="urn:microsoft.com/office/officeart/2016/7/layout/VerticalDownArrowProcess"/>
    <dgm:cxn modelId="{AACAF302-A174-4209-AF8C-A47E03614834}" type="presParOf" srcId="{2FF6F815-8979-45D7-A04B-EBAF66D54864}" destId="{87A134D5-B156-4AC2-8BB1-F92FA89EBD9B}" srcOrd="6" destOrd="0" presId="urn:microsoft.com/office/officeart/2016/7/layout/VerticalDownArrowProcess"/>
    <dgm:cxn modelId="{BCE5CA65-389F-4230-B87D-09AC49C5DFB2}" type="presParOf" srcId="{87A134D5-B156-4AC2-8BB1-F92FA89EBD9B}" destId="{97F9CDA2-3ED9-43A3-A485-BE8F46F1FDC8}" srcOrd="0" destOrd="0" presId="urn:microsoft.com/office/officeart/2016/7/layout/VerticalDownArrowProcess"/>
    <dgm:cxn modelId="{2ACD7BA0-58DA-4736-82AA-FB389B1B3175}" type="presParOf" srcId="{87A134D5-B156-4AC2-8BB1-F92FA89EBD9B}" destId="{968450F7-9E86-4537-BCAD-165E37DB1BCB}" srcOrd="1" destOrd="0" presId="urn:microsoft.com/office/officeart/2016/7/layout/VerticalDownArrowProcess"/>
    <dgm:cxn modelId="{5716A8D4-31EC-40AA-AE8D-83EAB7903EA2}" type="presParOf" srcId="{87A134D5-B156-4AC2-8BB1-F92FA89EBD9B}" destId="{BA3D6D62-D764-42F6-818E-1D7E662BAAF9}" srcOrd="2" destOrd="0" presId="urn:microsoft.com/office/officeart/2016/7/layout/VerticalDownArrowProcess"/>
    <dgm:cxn modelId="{97C7CCD1-0C9E-49B7-80B9-AEBD02354E1A}" type="presParOf" srcId="{2FF6F815-8979-45D7-A04B-EBAF66D54864}" destId="{A0EC3E37-F91F-4DDD-B8BB-617AA490010E}" srcOrd="7" destOrd="0" presId="urn:microsoft.com/office/officeart/2016/7/layout/VerticalDownArrowProcess"/>
    <dgm:cxn modelId="{4E0E7328-B6F0-4BD4-A0B6-F68E8897E970}" type="presParOf" srcId="{2FF6F815-8979-45D7-A04B-EBAF66D54864}" destId="{9374133C-9F95-4AE8-B848-272239D5872B}" srcOrd="8" destOrd="0" presId="urn:microsoft.com/office/officeart/2016/7/layout/VerticalDownArrowProcess"/>
    <dgm:cxn modelId="{9E690E58-6154-475A-8EB7-8F481421ED83}" type="presParOf" srcId="{9374133C-9F95-4AE8-B848-272239D5872B}" destId="{2702A301-2F5B-48AC-985F-12CB207269D9}" srcOrd="0" destOrd="0" presId="urn:microsoft.com/office/officeart/2016/7/layout/VerticalDownArrowProcess"/>
    <dgm:cxn modelId="{5C1F919F-A5C3-4095-843B-4998AE9D1ECE}" type="presParOf" srcId="{9374133C-9F95-4AE8-B848-272239D5872B}" destId="{A4A8E029-6B7F-4707-94A2-309C8F6868E3}" srcOrd="1" destOrd="0" presId="urn:microsoft.com/office/officeart/2016/7/layout/VerticalDownArrowProcess"/>
    <dgm:cxn modelId="{5A68BB0D-F536-4854-BCD8-10C8DED84122}" type="presParOf" srcId="{9374133C-9F95-4AE8-B848-272239D5872B}" destId="{3193AF06-2D86-4854-BF2A-7738E438116C}" srcOrd="2" destOrd="0" presId="urn:microsoft.com/office/officeart/2016/7/layout/VerticalDownArrowProcess"/>
    <dgm:cxn modelId="{6D22EB41-BA9D-43CF-8307-8532A79384F9}" type="presParOf" srcId="{2FF6F815-8979-45D7-A04B-EBAF66D54864}" destId="{B551B6E1-61D0-4478-99F8-83DC506AD947}" srcOrd="9" destOrd="0" presId="urn:microsoft.com/office/officeart/2016/7/layout/VerticalDownArrowProcess"/>
    <dgm:cxn modelId="{6C57556E-2430-40CC-B739-B2535A8CECF5}" type="presParOf" srcId="{2FF6F815-8979-45D7-A04B-EBAF66D54864}" destId="{B8813A25-1D96-4E45-8A3D-61A7D127E8E3}" srcOrd="10" destOrd="0" presId="urn:microsoft.com/office/officeart/2016/7/layout/VerticalDownArrowProcess"/>
    <dgm:cxn modelId="{2ACF6EFC-AB45-4E81-B89C-CF13D71A7459}" type="presParOf" srcId="{B8813A25-1D96-4E45-8A3D-61A7D127E8E3}" destId="{3A0992EE-49DD-4B0B-AF87-61A24279D18F}" srcOrd="0" destOrd="0" presId="urn:microsoft.com/office/officeart/2016/7/layout/VerticalDownArrowProcess"/>
    <dgm:cxn modelId="{1C2863A6-7668-4968-A1DA-2EA10C17257E}" type="presParOf" srcId="{B8813A25-1D96-4E45-8A3D-61A7D127E8E3}" destId="{67885360-070B-4921-A13A-A77F322FD6E4}" srcOrd="1" destOrd="0" presId="urn:microsoft.com/office/officeart/2016/7/layout/VerticalDownArrowProcess"/>
    <dgm:cxn modelId="{BC7A96BF-71E1-4BEE-89FF-C1686875BE94}" type="presParOf" srcId="{B8813A25-1D96-4E45-8A3D-61A7D127E8E3}" destId="{A53BF716-5363-43DC-A7BA-DD3A7C9991A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ECE035-194E-400A-8D50-846C9C3F7D3E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109107C-7573-4D0D-A829-A04008197D25}">
      <dgm:prSet/>
      <dgm:spPr/>
      <dgm:t>
        <a:bodyPr/>
        <a:lstStyle/>
        <a:p>
          <a:r>
            <a:rPr lang="en-US"/>
            <a:t>Read</a:t>
          </a:r>
        </a:p>
      </dgm:t>
    </dgm:pt>
    <dgm:pt modelId="{78F6FCD2-547D-4B44-A052-E712F1645850}" type="parTrans" cxnId="{66AB335C-52E7-492C-B10D-C7B9539F5AAE}">
      <dgm:prSet/>
      <dgm:spPr/>
      <dgm:t>
        <a:bodyPr/>
        <a:lstStyle/>
        <a:p>
          <a:endParaRPr lang="en-US"/>
        </a:p>
      </dgm:t>
    </dgm:pt>
    <dgm:pt modelId="{29B0EB64-BE37-4E8F-A32C-81AA1712C92A}" type="sibTrans" cxnId="{66AB335C-52E7-492C-B10D-C7B9539F5AAE}">
      <dgm:prSet/>
      <dgm:spPr/>
      <dgm:t>
        <a:bodyPr/>
        <a:lstStyle/>
        <a:p>
          <a:endParaRPr lang="en-US"/>
        </a:p>
      </dgm:t>
    </dgm:pt>
    <dgm:pt modelId="{63473839-51C2-46EE-A6B3-2ECA4AE2E352}">
      <dgm:prSet/>
      <dgm:spPr/>
      <dgm:t>
        <a:bodyPr/>
        <a:lstStyle/>
        <a:p>
          <a:r>
            <a:rPr lang="en-US"/>
            <a:t>Read the CSV file fetched from MATLAB script</a:t>
          </a:r>
        </a:p>
      </dgm:t>
    </dgm:pt>
    <dgm:pt modelId="{FC461DFF-60CD-4C87-B75D-CE77D5C69141}" type="parTrans" cxnId="{37475E7B-A100-4379-82C2-C3E70F1502E0}">
      <dgm:prSet/>
      <dgm:spPr/>
      <dgm:t>
        <a:bodyPr/>
        <a:lstStyle/>
        <a:p>
          <a:endParaRPr lang="en-US"/>
        </a:p>
      </dgm:t>
    </dgm:pt>
    <dgm:pt modelId="{29DCBE89-B455-4CCA-83A2-AE71BEAB0565}" type="sibTrans" cxnId="{37475E7B-A100-4379-82C2-C3E70F1502E0}">
      <dgm:prSet/>
      <dgm:spPr/>
      <dgm:t>
        <a:bodyPr/>
        <a:lstStyle/>
        <a:p>
          <a:endParaRPr lang="en-US"/>
        </a:p>
      </dgm:t>
    </dgm:pt>
    <dgm:pt modelId="{D3C01932-5CDF-4985-A723-5BF47AA52B0B}">
      <dgm:prSet/>
      <dgm:spPr/>
      <dgm:t>
        <a:bodyPr/>
        <a:lstStyle/>
        <a:p>
          <a:r>
            <a:rPr lang="en-US"/>
            <a:t>Get</a:t>
          </a:r>
        </a:p>
      </dgm:t>
    </dgm:pt>
    <dgm:pt modelId="{71D1E59C-1170-40E5-83F7-ACD196058CF3}" type="parTrans" cxnId="{40A4658F-1E3A-4E46-96F2-1479F093FB5E}">
      <dgm:prSet/>
      <dgm:spPr/>
      <dgm:t>
        <a:bodyPr/>
        <a:lstStyle/>
        <a:p>
          <a:endParaRPr lang="en-US"/>
        </a:p>
      </dgm:t>
    </dgm:pt>
    <dgm:pt modelId="{22FF31BC-7D60-4469-98DB-EF5B957EBAF3}" type="sibTrans" cxnId="{40A4658F-1E3A-4E46-96F2-1479F093FB5E}">
      <dgm:prSet/>
      <dgm:spPr/>
      <dgm:t>
        <a:bodyPr/>
        <a:lstStyle/>
        <a:p>
          <a:endParaRPr lang="en-US"/>
        </a:p>
      </dgm:t>
    </dgm:pt>
    <dgm:pt modelId="{ABD94404-BE22-4E84-B80E-87DF318D7D5F}">
      <dgm:prSet/>
      <dgm:spPr/>
      <dgm:t>
        <a:bodyPr/>
        <a:lstStyle/>
        <a:p>
          <a:r>
            <a:rPr lang="en-US"/>
            <a:t>Get the average signal using rollmean function</a:t>
          </a:r>
        </a:p>
      </dgm:t>
    </dgm:pt>
    <dgm:pt modelId="{207AB08B-2E9E-4D76-A4D7-1D126BF6D3DD}" type="parTrans" cxnId="{F3CAE720-485C-4165-85EC-1C80E0011B0F}">
      <dgm:prSet/>
      <dgm:spPr/>
      <dgm:t>
        <a:bodyPr/>
        <a:lstStyle/>
        <a:p>
          <a:endParaRPr lang="en-US"/>
        </a:p>
      </dgm:t>
    </dgm:pt>
    <dgm:pt modelId="{5E187995-A86D-49D8-90A9-A89E0807CE07}" type="sibTrans" cxnId="{F3CAE720-485C-4165-85EC-1C80E0011B0F}">
      <dgm:prSet/>
      <dgm:spPr/>
      <dgm:t>
        <a:bodyPr/>
        <a:lstStyle/>
        <a:p>
          <a:endParaRPr lang="en-US"/>
        </a:p>
      </dgm:t>
    </dgm:pt>
    <dgm:pt modelId="{C9B8A02F-A9E0-4FB1-AEC2-42F2C1824445}">
      <dgm:prSet/>
      <dgm:spPr/>
      <dgm:t>
        <a:bodyPr/>
        <a:lstStyle/>
        <a:p>
          <a:r>
            <a:rPr lang="en-US"/>
            <a:t>Normalize</a:t>
          </a:r>
        </a:p>
      </dgm:t>
    </dgm:pt>
    <dgm:pt modelId="{48E9B2BC-E769-42A7-8944-25326BBBED7B}" type="parTrans" cxnId="{AAB25142-41C1-460C-B054-9BFB2AB74C86}">
      <dgm:prSet/>
      <dgm:spPr/>
      <dgm:t>
        <a:bodyPr/>
        <a:lstStyle/>
        <a:p>
          <a:endParaRPr lang="en-US"/>
        </a:p>
      </dgm:t>
    </dgm:pt>
    <dgm:pt modelId="{B041C4AA-E27A-448A-9DFB-7355995D44D8}" type="sibTrans" cxnId="{AAB25142-41C1-460C-B054-9BFB2AB74C86}">
      <dgm:prSet/>
      <dgm:spPr/>
      <dgm:t>
        <a:bodyPr/>
        <a:lstStyle/>
        <a:p>
          <a:endParaRPr lang="en-US"/>
        </a:p>
      </dgm:t>
    </dgm:pt>
    <dgm:pt modelId="{26E488C4-34D0-4591-9175-FA0B9DD04FF3}">
      <dgm:prSet/>
      <dgm:spPr/>
      <dgm:t>
        <a:bodyPr/>
        <a:lstStyle/>
        <a:p>
          <a:r>
            <a:rPr lang="en-US"/>
            <a:t>Normalize the signal for generalization</a:t>
          </a:r>
        </a:p>
      </dgm:t>
    </dgm:pt>
    <dgm:pt modelId="{E9D10EAE-804F-4B73-AEF9-B335DD147785}" type="parTrans" cxnId="{1F6D201B-B7CC-43C8-A82B-DCB309FC0A80}">
      <dgm:prSet/>
      <dgm:spPr/>
      <dgm:t>
        <a:bodyPr/>
        <a:lstStyle/>
        <a:p>
          <a:endParaRPr lang="en-US"/>
        </a:p>
      </dgm:t>
    </dgm:pt>
    <dgm:pt modelId="{6A91FEE1-FE26-48A4-A58C-E5C8B41225C3}" type="sibTrans" cxnId="{1F6D201B-B7CC-43C8-A82B-DCB309FC0A80}">
      <dgm:prSet/>
      <dgm:spPr/>
      <dgm:t>
        <a:bodyPr/>
        <a:lstStyle/>
        <a:p>
          <a:endParaRPr lang="en-US"/>
        </a:p>
      </dgm:t>
    </dgm:pt>
    <dgm:pt modelId="{5F9A61E7-8C5F-496B-B52A-E35DCCA449B7}">
      <dgm:prSet/>
      <dgm:spPr/>
      <dgm:t>
        <a:bodyPr/>
        <a:lstStyle/>
        <a:p>
          <a:r>
            <a:rPr lang="en-US"/>
            <a:t>Use</a:t>
          </a:r>
        </a:p>
      </dgm:t>
    </dgm:pt>
    <dgm:pt modelId="{07E16C08-46E4-4382-BF0A-0A7E328E1A64}" type="parTrans" cxnId="{9CA4DCDE-29CB-418D-AC7A-0B46B9D734F2}">
      <dgm:prSet/>
      <dgm:spPr/>
      <dgm:t>
        <a:bodyPr/>
        <a:lstStyle/>
        <a:p>
          <a:endParaRPr lang="en-US"/>
        </a:p>
      </dgm:t>
    </dgm:pt>
    <dgm:pt modelId="{8E3FE3C9-744E-401E-A2AB-CB2658814215}" type="sibTrans" cxnId="{9CA4DCDE-29CB-418D-AC7A-0B46B9D734F2}">
      <dgm:prSet/>
      <dgm:spPr/>
      <dgm:t>
        <a:bodyPr/>
        <a:lstStyle/>
        <a:p>
          <a:endParaRPr lang="en-US"/>
        </a:p>
      </dgm:t>
    </dgm:pt>
    <dgm:pt modelId="{60555FEE-BE0D-4236-943B-B5C8EB6683F1}">
      <dgm:prSet/>
      <dgm:spPr/>
      <dgm:t>
        <a:bodyPr/>
        <a:lstStyle/>
        <a:p>
          <a:r>
            <a:rPr lang="en-US"/>
            <a:t>Use findpeaks to find how many peaks the graph has</a:t>
          </a:r>
        </a:p>
      </dgm:t>
    </dgm:pt>
    <dgm:pt modelId="{9A3BF1E4-DB89-4377-8A53-07A962FD835A}" type="parTrans" cxnId="{11A140C0-8EE6-4158-9505-BF8CE477616C}">
      <dgm:prSet/>
      <dgm:spPr/>
      <dgm:t>
        <a:bodyPr/>
        <a:lstStyle/>
        <a:p>
          <a:endParaRPr lang="en-US"/>
        </a:p>
      </dgm:t>
    </dgm:pt>
    <dgm:pt modelId="{EA3A1538-6649-48E7-A3BE-490050CFC44D}" type="sibTrans" cxnId="{11A140C0-8EE6-4158-9505-BF8CE477616C}">
      <dgm:prSet/>
      <dgm:spPr/>
      <dgm:t>
        <a:bodyPr/>
        <a:lstStyle/>
        <a:p>
          <a:endParaRPr lang="en-US"/>
        </a:p>
      </dgm:t>
    </dgm:pt>
    <dgm:pt modelId="{D3D9D604-3380-4502-8A08-B431DF6BEE92}" type="pres">
      <dgm:prSet presAssocID="{06ECE035-194E-400A-8D50-846C9C3F7D3E}" presName="Name0" presStyleCnt="0">
        <dgm:presLayoutVars>
          <dgm:dir/>
          <dgm:animLvl val="lvl"/>
          <dgm:resizeHandles val="exact"/>
        </dgm:presLayoutVars>
      </dgm:prSet>
      <dgm:spPr/>
    </dgm:pt>
    <dgm:pt modelId="{9ACC5AD7-92DF-4D49-BC42-982295AB974B}" type="pres">
      <dgm:prSet presAssocID="{5F9A61E7-8C5F-496B-B52A-E35DCCA449B7}" presName="boxAndChildren" presStyleCnt="0"/>
      <dgm:spPr/>
    </dgm:pt>
    <dgm:pt modelId="{41143FD3-9ACE-41F9-929D-9CE0656A37A6}" type="pres">
      <dgm:prSet presAssocID="{5F9A61E7-8C5F-496B-B52A-E35DCCA449B7}" presName="parentTextBox" presStyleLbl="alignNode1" presStyleIdx="0" presStyleCnt="4"/>
      <dgm:spPr/>
    </dgm:pt>
    <dgm:pt modelId="{1A3561E8-C766-46E9-8AF5-5F21BA62C31A}" type="pres">
      <dgm:prSet presAssocID="{5F9A61E7-8C5F-496B-B52A-E35DCCA449B7}" presName="descendantBox" presStyleLbl="bgAccFollowNode1" presStyleIdx="0" presStyleCnt="4"/>
      <dgm:spPr/>
    </dgm:pt>
    <dgm:pt modelId="{5B0297DE-00AF-438D-A397-F2004101E2D5}" type="pres">
      <dgm:prSet presAssocID="{B041C4AA-E27A-448A-9DFB-7355995D44D8}" presName="sp" presStyleCnt="0"/>
      <dgm:spPr/>
    </dgm:pt>
    <dgm:pt modelId="{868AB07D-F330-488C-8511-003C362FDC3D}" type="pres">
      <dgm:prSet presAssocID="{C9B8A02F-A9E0-4FB1-AEC2-42F2C1824445}" presName="arrowAndChildren" presStyleCnt="0"/>
      <dgm:spPr/>
    </dgm:pt>
    <dgm:pt modelId="{E8D0073B-B00E-4B52-A641-15D60122D83B}" type="pres">
      <dgm:prSet presAssocID="{C9B8A02F-A9E0-4FB1-AEC2-42F2C1824445}" presName="parentTextArrow" presStyleLbl="node1" presStyleIdx="0" presStyleCnt="0"/>
      <dgm:spPr/>
    </dgm:pt>
    <dgm:pt modelId="{D466C42C-FA2A-49A4-A440-D282128A6C1E}" type="pres">
      <dgm:prSet presAssocID="{C9B8A02F-A9E0-4FB1-AEC2-42F2C1824445}" presName="arrow" presStyleLbl="alignNode1" presStyleIdx="1" presStyleCnt="4"/>
      <dgm:spPr/>
    </dgm:pt>
    <dgm:pt modelId="{44AB2779-52DD-4643-A23B-9E957B114B8F}" type="pres">
      <dgm:prSet presAssocID="{C9B8A02F-A9E0-4FB1-AEC2-42F2C1824445}" presName="descendantArrow" presStyleLbl="bgAccFollowNode1" presStyleIdx="1" presStyleCnt="4"/>
      <dgm:spPr/>
    </dgm:pt>
    <dgm:pt modelId="{69FC639D-A1A0-4A6B-8433-560D9A26AB67}" type="pres">
      <dgm:prSet presAssocID="{22FF31BC-7D60-4469-98DB-EF5B957EBAF3}" presName="sp" presStyleCnt="0"/>
      <dgm:spPr/>
    </dgm:pt>
    <dgm:pt modelId="{5A9161E7-650C-4D2E-B5B6-5383C2697D14}" type="pres">
      <dgm:prSet presAssocID="{D3C01932-5CDF-4985-A723-5BF47AA52B0B}" presName="arrowAndChildren" presStyleCnt="0"/>
      <dgm:spPr/>
    </dgm:pt>
    <dgm:pt modelId="{B11B655B-F9DE-452F-9CB3-83DB50413EEE}" type="pres">
      <dgm:prSet presAssocID="{D3C01932-5CDF-4985-A723-5BF47AA52B0B}" presName="parentTextArrow" presStyleLbl="node1" presStyleIdx="0" presStyleCnt="0"/>
      <dgm:spPr/>
    </dgm:pt>
    <dgm:pt modelId="{00076CAA-D228-48D6-9124-971D22D5DC11}" type="pres">
      <dgm:prSet presAssocID="{D3C01932-5CDF-4985-A723-5BF47AA52B0B}" presName="arrow" presStyleLbl="alignNode1" presStyleIdx="2" presStyleCnt="4"/>
      <dgm:spPr/>
    </dgm:pt>
    <dgm:pt modelId="{3E38B9FA-339C-4D13-9407-D46383F4CBF7}" type="pres">
      <dgm:prSet presAssocID="{D3C01932-5CDF-4985-A723-5BF47AA52B0B}" presName="descendantArrow" presStyleLbl="bgAccFollowNode1" presStyleIdx="2" presStyleCnt="4"/>
      <dgm:spPr/>
    </dgm:pt>
    <dgm:pt modelId="{04DD2E17-5FED-439D-87E9-F6E9A9719566}" type="pres">
      <dgm:prSet presAssocID="{29B0EB64-BE37-4E8F-A32C-81AA1712C92A}" presName="sp" presStyleCnt="0"/>
      <dgm:spPr/>
    </dgm:pt>
    <dgm:pt modelId="{14CC846A-1FB0-42CD-8627-4AEBDB8C0E8E}" type="pres">
      <dgm:prSet presAssocID="{6109107C-7573-4D0D-A829-A04008197D25}" presName="arrowAndChildren" presStyleCnt="0"/>
      <dgm:spPr/>
    </dgm:pt>
    <dgm:pt modelId="{0BCBE0C3-17C9-479D-AF2C-58AACC026BDD}" type="pres">
      <dgm:prSet presAssocID="{6109107C-7573-4D0D-A829-A04008197D25}" presName="parentTextArrow" presStyleLbl="node1" presStyleIdx="0" presStyleCnt="0"/>
      <dgm:spPr/>
    </dgm:pt>
    <dgm:pt modelId="{08516340-A343-4E51-96DF-38AF23C00DEE}" type="pres">
      <dgm:prSet presAssocID="{6109107C-7573-4D0D-A829-A04008197D25}" presName="arrow" presStyleLbl="alignNode1" presStyleIdx="3" presStyleCnt="4"/>
      <dgm:spPr/>
    </dgm:pt>
    <dgm:pt modelId="{F07DD51D-38B7-4A64-ABC5-244E287F1015}" type="pres">
      <dgm:prSet presAssocID="{6109107C-7573-4D0D-A829-A04008197D25}" presName="descendantArrow" presStyleLbl="bgAccFollowNode1" presStyleIdx="3" presStyleCnt="4"/>
      <dgm:spPr/>
    </dgm:pt>
  </dgm:ptLst>
  <dgm:cxnLst>
    <dgm:cxn modelId="{B25DE818-DED8-4E7B-AC57-A67FD31C9738}" type="presOf" srcId="{6109107C-7573-4D0D-A829-A04008197D25}" destId="{0BCBE0C3-17C9-479D-AF2C-58AACC026BDD}" srcOrd="0" destOrd="0" presId="urn:microsoft.com/office/officeart/2016/7/layout/VerticalDownArrowProcess"/>
    <dgm:cxn modelId="{1F6D201B-B7CC-43C8-A82B-DCB309FC0A80}" srcId="{C9B8A02F-A9E0-4FB1-AEC2-42F2C1824445}" destId="{26E488C4-34D0-4591-9175-FA0B9DD04FF3}" srcOrd="0" destOrd="0" parTransId="{E9D10EAE-804F-4B73-AEF9-B335DD147785}" sibTransId="{6A91FEE1-FE26-48A4-A58C-E5C8B41225C3}"/>
    <dgm:cxn modelId="{F3CAE720-485C-4165-85EC-1C80E0011B0F}" srcId="{D3C01932-5CDF-4985-A723-5BF47AA52B0B}" destId="{ABD94404-BE22-4E84-B80E-87DF318D7D5F}" srcOrd="0" destOrd="0" parTransId="{207AB08B-2E9E-4D76-A4D7-1D126BF6D3DD}" sibTransId="{5E187995-A86D-49D8-90A9-A89E0807CE07}"/>
    <dgm:cxn modelId="{1F34DB22-A07E-4FE6-8F4E-35551535D88C}" type="presOf" srcId="{5F9A61E7-8C5F-496B-B52A-E35DCCA449B7}" destId="{41143FD3-9ACE-41F9-929D-9CE0656A37A6}" srcOrd="0" destOrd="0" presId="urn:microsoft.com/office/officeart/2016/7/layout/VerticalDownArrowProcess"/>
    <dgm:cxn modelId="{0F8F6740-DD2C-478C-80CA-359879798476}" type="presOf" srcId="{ABD94404-BE22-4E84-B80E-87DF318D7D5F}" destId="{3E38B9FA-339C-4D13-9407-D46383F4CBF7}" srcOrd="0" destOrd="0" presId="urn:microsoft.com/office/officeart/2016/7/layout/VerticalDownArrowProcess"/>
    <dgm:cxn modelId="{66AB335C-52E7-492C-B10D-C7B9539F5AAE}" srcId="{06ECE035-194E-400A-8D50-846C9C3F7D3E}" destId="{6109107C-7573-4D0D-A829-A04008197D25}" srcOrd="0" destOrd="0" parTransId="{78F6FCD2-547D-4B44-A052-E712F1645850}" sibTransId="{29B0EB64-BE37-4E8F-A32C-81AA1712C92A}"/>
    <dgm:cxn modelId="{41D6B45D-783E-44FD-B863-61C23FA09EAD}" type="presOf" srcId="{D3C01932-5CDF-4985-A723-5BF47AA52B0B}" destId="{B11B655B-F9DE-452F-9CB3-83DB50413EEE}" srcOrd="0" destOrd="0" presId="urn:microsoft.com/office/officeart/2016/7/layout/VerticalDownArrowProcess"/>
    <dgm:cxn modelId="{AAB25142-41C1-460C-B054-9BFB2AB74C86}" srcId="{06ECE035-194E-400A-8D50-846C9C3F7D3E}" destId="{C9B8A02F-A9E0-4FB1-AEC2-42F2C1824445}" srcOrd="2" destOrd="0" parTransId="{48E9B2BC-E769-42A7-8944-25326BBBED7B}" sibTransId="{B041C4AA-E27A-448A-9DFB-7355995D44D8}"/>
    <dgm:cxn modelId="{663DA249-1498-4ECB-A82B-E76B4CE11985}" type="presOf" srcId="{60555FEE-BE0D-4236-943B-B5C8EB6683F1}" destId="{1A3561E8-C766-46E9-8AF5-5F21BA62C31A}" srcOrd="0" destOrd="0" presId="urn:microsoft.com/office/officeart/2016/7/layout/VerticalDownArrowProcess"/>
    <dgm:cxn modelId="{B82A5F50-C52A-4375-B5D2-27934ED4F92D}" type="presOf" srcId="{63473839-51C2-46EE-A6B3-2ECA4AE2E352}" destId="{F07DD51D-38B7-4A64-ABC5-244E287F1015}" srcOrd="0" destOrd="0" presId="urn:microsoft.com/office/officeart/2016/7/layout/VerticalDownArrowProcess"/>
    <dgm:cxn modelId="{EA392F76-8C41-4489-B8A5-272EE4FCD07B}" type="presOf" srcId="{26E488C4-34D0-4591-9175-FA0B9DD04FF3}" destId="{44AB2779-52DD-4643-A23B-9E957B114B8F}" srcOrd="0" destOrd="0" presId="urn:microsoft.com/office/officeart/2016/7/layout/VerticalDownArrowProcess"/>
    <dgm:cxn modelId="{37475E7B-A100-4379-82C2-C3E70F1502E0}" srcId="{6109107C-7573-4D0D-A829-A04008197D25}" destId="{63473839-51C2-46EE-A6B3-2ECA4AE2E352}" srcOrd="0" destOrd="0" parTransId="{FC461DFF-60CD-4C87-B75D-CE77D5C69141}" sibTransId="{29DCBE89-B455-4CCA-83A2-AE71BEAB0565}"/>
    <dgm:cxn modelId="{8031A686-CEF3-4D18-B8C1-7D841BB5125A}" type="presOf" srcId="{06ECE035-194E-400A-8D50-846C9C3F7D3E}" destId="{D3D9D604-3380-4502-8A08-B431DF6BEE92}" srcOrd="0" destOrd="0" presId="urn:microsoft.com/office/officeart/2016/7/layout/VerticalDownArrowProcess"/>
    <dgm:cxn modelId="{2C857B8C-03A2-4AD0-BECD-05560236FA0A}" type="presOf" srcId="{C9B8A02F-A9E0-4FB1-AEC2-42F2C1824445}" destId="{E8D0073B-B00E-4B52-A641-15D60122D83B}" srcOrd="0" destOrd="0" presId="urn:microsoft.com/office/officeart/2016/7/layout/VerticalDownArrowProcess"/>
    <dgm:cxn modelId="{40A4658F-1E3A-4E46-96F2-1479F093FB5E}" srcId="{06ECE035-194E-400A-8D50-846C9C3F7D3E}" destId="{D3C01932-5CDF-4985-A723-5BF47AA52B0B}" srcOrd="1" destOrd="0" parTransId="{71D1E59C-1170-40E5-83F7-ACD196058CF3}" sibTransId="{22FF31BC-7D60-4469-98DB-EF5B957EBAF3}"/>
    <dgm:cxn modelId="{B79CE99E-0BEB-43C6-B1A3-DF97F2BBED72}" type="presOf" srcId="{D3C01932-5CDF-4985-A723-5BF47AA52B0B}" destId="{00076CAA-D228-48D6-9124-971D22D5DC11}" srcOrd="1" destOrd="0" presId="urn:microsoft.com/office/officeart/2016/7/layout/VerticalDownArrowProcess"/>
    <dgm:cxn modelId="{2F2409A7-9338-451C-B6A3-2DC91AFECEC6}" type="presOf" srcId="{6109107C-7573-4D0D-A829-A04008197D25}" destId="{08516340-A343-4E51-96DF-38AF23C00DEE}" srcOrd="1" destOrd="0" presId="urn:microsoft.com/office/officeart/2016/7/layout/VerticalDownArrowProcess"/>
    <dgm:cxn modelId="{386E22A8-9547-43A4-8C22-B4B0D99EF7C5}" type="presOf" srcId="{C9B8A02F-A9E0-4FB1-AEC2-42F2C1824445}" destId="{D466C42C-FA2A-49A4-A440-D282128A6C1E}" srcOrd="1" destOrd="0" presId="urn:microsoft.com/office/officeart/2016/7/layout/VerticalDownArrowProcess"/>
    <dgm:cxn modelId="{11A140C0-8EE6-4158-9505-BF8CE477616C}" srcId="{5F9A61E7-8C5F-496B-B52A-E35DCCA449B7}" destId="{60555FEE-BE0D-4236-943B-B5C8EB6683F1}" srcOrd="0" destOrd="0" parTransId="{9A3BF1E4-DB89-4377-8A53-07A962FD835A}" sibTransId="{EA3A1538-6649-48E7-A3BE-490050CFC44D}"/>
    <dgm:cxn modelId="{9CA4DCDE-29CB-418D-AC7A-0B46B9D734F2}" srcId="{06ECE035-194E-400A-8D50-846C9C3F7D3E}" destId="{5F9A61E7-8C5F-496B-B52A-E35DCCA449B7}" srcOrd="3" destOrd="0" parTransId="{07E16C08-46E4-4382-BF0A-0A7E328E1A64}" sibTransId="{8E3FE3C9-744E-401E-A2AB-CB2658814215}"/>
    <dgm:cxn modelId="{3DD679F3-7EEC-4F1B-B9EB-C8E7DED62E5F}" type="presParOf" srcId="{D3D9D604-3380-4502-8A08-B431DF6BEE92}" destId="{9ACC5AD7-92DF-4D49-BC42-982295AB974B}" srcOrd="0" destOrd="0" presId="urn:microsoft.com/office/officeart/2016/7/layout/VerticalDownArrowProcess"/>
    <dgm:cxn modelId="{D6D6E3C8-5895-43A0-9508-3DFE496778C5}" type="presParOf" srcId="{9ACC5AD7-92DF-4D49-BC42-982295AB974B}" destId="{41143FD3-9ACE-41F9-929D-9CE0656A37A6}" srcOrd="0" destOrd="0" presId="urn:microsoft.com/office/officeart/2016/7/layout/VerticalDownArrowProcess"/>
    <dgm:cxn modelId="{63463F4F-E099-4661-B1AC-FADEBAB78555}" type="presParOf" srcId="{9ACC5AD7-92DF-4D49-BC42-982295AB974B}" destId="{1A3561E8-C766-46E9-8AF5-5F21BA62C31A}" srcOrd="1" destOrd="0" presId="urn:microsoft.com/office/officeart/2016/7/layout/VerticalDownArrowProcess"/>
    <dgm:cxn modelId="{FF97D772-CF02-424A-8871-C140A9B84880}" type="presParOf" srcId="{D3D9D604-3380-4502-8A08-B431DF6BEE92}" destId="{5B0297DE-00AF-438D-A397-F2004101E2D5}" srcOrd="1" destOrd="0" presId="urn:microsoft.com/office/officeart/2016/7/layout/VerticalDownArrowProcess"/>
    <dgm:cxn modelId="{44D6601C-37E7-4161-9E7C-BD9B7A69AA5E}" type="presParOf" srcId="{D3D9D604-3380-4502-8A08-B431DF6BEE92}" destId="{868AB07D-F330-488C-8511-003C362FDC3D}" srcOrd="2" destOrd="0" presId="urn:microsoft.com/office/officeart/2016/7/layout/VerticalDownArrowProcess"/>
    <dgm:cxn modelId="{001C3616-A55E-4E6D-AE56-8BA8BC0C8419}" type="presParOf" srcId="{868AB07D-F330-488C-8511-003C362FDC3D}" destId="{E8D0073B-B00E-4B52-A641-15D60122D83B}" srcOrd="0" destOrd="0" presId="urn:microsoft.com/office/officeart/2016/7/layout/VerticalDownArrowProcess"/>
    <dgm:cxn modelId="{1402B7F9-7A36-4F39-A10D-EA677F45E96E}" type="presParOf" srcId="{868AB07D-F330-488C-8511-003C362FDC3D}" destId="{D466C42C-FA2A-49A4-A440-D282128A6C1E}" srcOrd="1" destOrd="0" presId="urn:microsoft.com/office/officeart/2016/7/layout/VerticalDownArrowProcess"/>
    <dgm:cxn modelId="{3B5DA5C9-90FF-475D-90E6-5A381A724E2E}" type="presParOf" srcId="{868AB07D-F330-488C-8511-003C362FDC3D}" destId="{44AB2779-52DD-4643-A23B-9E957B114B8F}" srcOrd="2" destOrd="0" presId="urn:microsoft.com/office/officeart/2016/7/layout/VerticalDownArrowProcess"/>
    <dgm:cxn modelId="{D348C53B-4CCA-4419-967A-68FEB5D3BE8C}" type="presParOf" srcId="{D3D9D604-3380-4502-8A08-B431DF6BEE92}" destId="{69FC639D-A1A0-4A6B-8433-560D9A26AB67}" srcOrd="3" destOrd="0" presId="urn:microsoft.com/office/officeart/2016/7/layout/VerticalDownArrowProcess"/>
    <dgm:cxn modelId="{C7A691F6-55B8-4324-B32B-14BC4AB4191F}" type="presParOf" srcId="{D3D9D604-3380-4502-8A08-B431DF6BEE92}" destId="{5A9161E7-650C-4D2E-B5B6-5383C2697D14}" srcOrd="4" destOrd="0" presId="urn:microsoft.com/office/officeart/2016/7/layout/VerticalDownArrowProcess"/>
    <dgm:cxn modelId="{06A79832-A9F3-41F2-94A0-7918706C3ED7}" type="presParOf" srcId="{5A9161E7-650C-4D2E-B5B6-5383C2697D14}" destId="{B11B655B-F9DE-452F-9CB3-83DB50413EEE}" srcOrd="0" destOrd="0" presId="urn:microsoft.com/office/officeart/2016/7/layout/VerticalDownArrowProcess"/>
    <dgm:cxn modelId="{89D05DFE-68F7-48E4-AE24-D790BFAD28A5}" type="presParOf" srcId="{5A9161E7-650C-4D2E-B5B6-5383C2697D14}" destId="{00076CAA-D228-48D6-9124-971D22D5DC11}" srcOrd="1" destOrd="0" presId="urn:microsoft.com/office/officeart/2016/7/layout/VerticalDownArrowProcess"/>
    <dgm:cxn modelId="{E2159F2D-DB82-4CF5-9B98-3A3EEBAC068E}" type="presParOf" srcId="{5A9161E7-650C-4D2E-B5B6-5383C2697D14}" destId="{3E38B9FA-339C-4D13-9407-D46383F4CBF7}" srcOrd="2" destOrd="0" presId="urn:microsoft.com/office/officeart/2016/7/layout/VerticalDownArrowProcess"/>
    <dgm:cxn modelId="{7010020D-4557-4664-80B5-C930CCFD0229}" type="presParOf" srcId="{D3D9D604-3380-4502-8A08-B431DF6BEE92}" destId="{04DD2E17-5FED-439D-87E9-F6E9A9719566}" srcOrd="5" destOrd="0" presId="urn:microsoft.com/office/officeart/2016/7/layout/VerticalDownArrowProcess"/>
    <dgm:cxn modelId="{7DA88BA0-2F2E-4D0C-A2C4-91D7307F78F2}" type="presParOf" srcId="{D3D9D604-3380-4502-8A08-B431DF6BEE92}" destId="{14CC846A-1FB0-42CD-8627-4AEBDB8C0E8E}" srcOrd="6" destOrd="0" presId="urn:microsoft.com/office/officeart/2016/7/layout/VerticalDownArrowProcess"/>
    <dgm:cxn modelId="{3B1930B3-53CC-4A8D-A8F1-CE9A14DFB66B}" type="presParOf" srcId="{14CC846A-1FB0-42CD-8627-4AEBDB8C0E8E}" destId="{0BCBE0C3-17C9-479D-AF2C-58AACC026BDD}" srcOrd="0" destOrd="0" presId="urn:microsoft.com/office/officeart/2016/7/layout/VerticalDownArrowProcess"/>
    <dgm:cxn modelId="{24B48B5C-85B0-4C67-8A6B-EE4CDEB40ED5}" type="presParOf" srcId="{14CC846A-1FB0-42CD-8627-4AEBDB8C0E8E}" destId="{08516340-A343-4E51-96DF-38AF23C00DEE}" srcOrd="1" destOrd="0" presId="urn:microsoft.com/office/officeart/2016/7/layout/VerticalDownArrowProcess"/>
    <dgm:cxn modelId="{66910364-767B-44CC-ABF9-B1DD3EB8E886}" type="presParOf" srcId="{14CC846A-1FB0-42CD-8627-4AEBDB8C0E8E}" destId="{F07DD51D-38B7-4A64-ABC5-244E287F101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FCFEF8-18B8-4EF1-A587-E149D72287B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55DD03B-616F-4276-B6A4-8DF41C5984F8}">
      <dgm:prSet/>
      <dgm:spPr/>
      <dgm:t>
        <a:bodyPr/>
        <a:lstStyle/>
        <a:p>
          <a:r>
            <a:rPr lang="en-US"/>
            <a:t>As a cell enters and grows in the trap, the fluorescence/intensity </a:t>
          </a:r>
          <a:r>
            <a:rPr lang="en-US" b="1"/>
            <a:t>rises</a:t>
          </a:r>
          <a:r>
            <a:rPr lang="en-US"/>
            <a:t>.</a:t>
          </a:r>
        </a:p>
      </dgm:t>
    </dgm:pt>
    <dgm:pt modelId="{F92F26BD-5A12-4ECC-B187-BBF643FE31D8}" type="parTrans" cxnId="{ACB94DBB-3762-4CD3-A3E0-DB93BCB1AE6F}">
      <dgm:prSet/>
      <dgm:spPr/>
      <dgm:t>
        <a:bodyPr/>
        <a:lstStyle/>
        <a:p>
          <a:endParaRPr lang="en-US"/>
        </a:p>
      </dgm:t>
    </dgm:pt>
    <dgm:pt modelId="{59C83AC2-8EAC-482A-81D7-811691A557B4}" type="sibTrans" cxnId="{ACB94DBB-3762-4CD3-A3E0-DB93BCB1AE6F}">
      <dgm:prSet/>
      <dgm:spPr/>
      <dgm:t>
        <a:bodyPr/>
        <a:lstStyle/>
        <a:p>
          <a:endParaRPr lang="en-US"/>
        </a:p>
      </dgm:t>
    </dgm:pt>
    <dgm:pt modelId="{F78D3EC9-3616-4551-B877-01611794E1B3}">
      <dgm:prSet/>
      <dgm:spPr/>
      <dgm:t>
        <a:bodyPr/>
        <a:lstStyle/>
        <a:p>
          <a:r>
            <a:rPr lang="en-US"/>
            <a:t>When the cell buds or separates, the signal </a:t>
          </a:r>
          <a:r>
            <a:rPr lang="en-US" b="1"/>
            <a:t>drops sharply</a:t>
          </a:r>
          <a:r>
            <a:rPr lang="en-US"/>
            <a:t>.</a:t>
          </a:r>
        </a:p>
      </dgm:t>
    </dgm:pt>
    <dgm:pt modelId="{F129D4A2-D31A-41D6-9995-8B94F422B851}" type="parTrans" cxnId="{DFB2B8E2-A405-4F2B-BBF8-D10A08CD73DE}">
      <dgm:prSet/>
      <dgm:spPr/>
      <dgm:t>
        <a:bodyPr/>
        <a:lstStyle/>
        <a:p>
          <a:endParaRPr lang="en-US"/>
        </a:p>
      </dgm:t>
    </dgm:pt>
    <dgm:pt modelId="{CF0731C3-57A1-45A5-BD93-F44E7D6FB9B1}" type="sibTrans" cxnId="{DFB2B8E2-A405-4F2B-BBF8-D10A08CD73DE}">
      <dgm:prSet/>
      <dgm:spPr/>
      <dgm:t>
        <a:bodyPr/>
        <a:lstStyle/>
        <a:p>
          <a:endParaRPr lang="en-US"/>
        </a:p>
      </dgm:t>
    </dgm:pt>
    <dgm:pt modelId="{B35D7227-2FDC-4B65-AEAB-47CF905DE666}">
      <dgm:prSet/>
      <dgm:spPr/>
      <dgm:t>
        <a:bodyPr/>
        <a:lstStyle/>
        <a:p>
          <a:r>
            <a:rPr lang="en-US"/>
            <a:t>These rise-and-crash patterns appear as </a:t>
          </a:r>
          <a:r>
            <a:rPr lang="en-US" b="1"/>
            <a:t>peaks</a:t>
          </a:r>
          <a:r>
            <a:rPr lang="en-US"/>
            <a:t>, so peaks act as clear markers of </a:t>
          </a:r>
          <a:r>
            <a:rPr lang="en-US" b="1"/>
            <a:t>cell separation events</a:t>
          </a:r>
          <a:r>
            <a:rPr lang="en-US"/>
            <a:t>.</a:t>
          </a:r>
        </a:p>
      </dgm:t>
    </dgm:pt>
    <dgm:pt modelId="{3C0B67FC-639A-47F7-84C1-B57CBDA4B39C}" type="parTrans" cxnId="{EC944D4E-4AFB-4345-B98B-ADD4E224690C}">
      <dgm:prSet/>
      <dgm:spPr/>
      <dgm:t>
        <a:bodyPr/>
        <a:lstStyle/>
        <a:p>
          <a:endParaRPr lang="en-US"/>
        </a:p>
      </dgm:t>
    </dgm:pt>
    <dgm:pt modelId="{3653ADB9-F492-4865-9253-8939FE4A0511}" type="sibTrans" cxnId="{EC944D4E-4AFB-4345-B98B-ADD4E224690C}">
      <dgm:prSet/>
      <dgm:spPr/>
      <dgm:t>
        <a:bodyPr/>
        <a:lstStyle/>
        <a:p>
          <a:endParaRPr lang="en-US"/>
        </a:p>
      </dgm:t>
    </dgm:pt>
    <dgm:pt modelId="{5230EDC9-3E62-41AC-99D1-1E93FFD66983}" type="pres">
      <dgm:prSet presAssocID="{ABFCFEF8-18B8-4EF1-A587-E149D72287B9}" presName="vert0" presStyleCnt="0">
        <dgm:presLayoutVars>
          <dgm:dir/>
          <dgm:animOne val="branch"/>
          <dgm:animLvl val="lvl"/>
        </dgm:presLayoutVars>
      </dgm:prSet>
      <dgm:spPr/>
    </dgm:pt>
    <dgm:pt modelId="{BC7FCA3A-C953-4A22-9725-AE5D1BC77C18}" type="pres">
      <dgm:prSet presAssocID="{755DD03B-616F-4276-B6A4-8DF41C5984F8}" presName="thickLine" presStyleLbl="alignNode1" presStyleIdx="0" presStyleCnt="3"/>
      <dgm:spPr/>
    </dgm:pt>
    <dgm:pt modelId="{F0609248-2186-43D0-80D7-31EE10BFBCE1}" type="pres">
      <dgm:prSet presAssocID="{755DD03B-616F-4276-B6A4-8DF41C5984F8}" presName="horz1" presStyleCnt="0"/>
      <dgm:spPr/>
    </dgm:pt>
    <dgm:pt modelId="{16C309E5-41CF-4C8B-B21E-0AAF1796C36D}" type="pres">
      <dgm:prSet presAssocID="{755DD03B-616F-4276-B6A4-8DF41C5984F8}" presName="tx1" presStyleLbl="revTx" presStyleIdx="0" presStyleCnt="3"/>
      <dgm:spPr/>
    </dgm:pt>
    <dgm:pt modelId="{3A40FD30-8775-46BE-AEC2-C67AF37EF6DE}" type="pres">
      <dgm:prSet presAssocID="{755DD03B-616F-4276-B6A4-8DF41C5984F8}" presName="vert1" presStyleCnt="0"/>
      <dgm:spPr/>
    </dgm:pt>
    <dgm:pt modelId="{0186BE41-81A5-4749-A9B4-EFEE4B106264}" type="pres">
      <dgm:prSet presAssocID="{F78D3EC9-3616-4551-B877-01611794E1B3}" presName="thickLine" presStyleLbl="alignNode1" presStyleIdx="1" presStyleCnt="3"/>
      <dgm:spPr/>
    </dgm:pt>
    <dgm:pt modelId="{FC03AB45-6034-4C68-BC93-836D70578E9F}" type="pres">
      <dgm:prSet presAssocID="{F78D3EC9-3616-4551-B877-01611794E1B3}" presName="horz1" presStyleCnt="0"/>
      <dgm:spPr/>
    </dgm:pt>
    <dgm:pt modelId="{DDE73E01-8807-400B-B781-E5542C0F10DB}" type="pres">
      <dgm:prSet presAssocID="{F78D3EC9-3616-4551-B877-01611794E1B3}" presName="tx1" presStyleLbl="revTx" presStyleIdx="1" presStyleCnt="3"/>
      <dgm:spPr/>
    </dgm:pt>
    <dgm:pt modelId="{45E07E8D-32F9-495B-AB25-288381B03415}" type="pres">
      <dgm:prSet presAssocID="{F78D3EC9-3616-4551-B877-01611794E1B3}" presName="vert1" presStyleCnt="0"/>
      <dgm:spPr/>
    </dgm:pt>
    <dgm:pt modelId="{FFF3D6FF-0500-4A54-A6CB-DE0027A31F57}" type="pres">
      <dgm:prSet presAssocID="{B35D7227-2FDC-4B65-AEAB-47CF905DE666}" presName="thickLine" presStyleLbl="alignNode1" presStyleIdx="2" presStyleCnt="3"/>
      <dgm:spPr/>
    </dgm:pt>
    <dgm:pt modelId="{81BF03ED-F73F-4FDD-AC4A-87660BB17DBB}" type="pres">
      <dgm:prSet presAssocID="{B35D7227-2FDC-4B65-AEAB-47CF905DE666}" presName="horz1" presStyleCnt="0"/>
      <dgm:spPr/>
    </dgm:pt>
    <dgm:pt modelId="{F941D9D1-314D-4138-B04B-808E546BB6B8}" type="pres">
      <dgm:prSet presAssocID="{B35D7227-2FDC-4B65-AEAB-47CF905DE666}" presName="tx1" presStyleLbl="revTx" presStyleIdx="2" presStyleCnt="3"/>
      <dgm:spPr/>
    </dgm:pt>
    <dgm:pt modelId="{774B0155-B25C-4085-A423-5CDBEAE15553}" type="pres">
      <dgm:prSet presAssocID="{B35D7227-2FDC-4B65-AEAB-47CF905DE666}" presName="vert1" presStyleCnt="0"/>
      <dgm:spPr/>
    </dgm:pt>
  </dgm:ptLst>
  <dgm:cxnLst>
    <dgm:cxn modelId="{EC944D4E-4AFB-4345-B98B-ADD4E224690C}" srcId="{ABFCFEF8-18B8-4EF1-A587-E149D72287B9}" destId="{B35D7227-2FDC-4B65-AEAB-47CF905DE666}" srcOrd="2" destOrd="0" parTransId="{3C0B67FC-639A-47F7-84C1-B57CBDA4B39C}" sibTransId="{3653ADB9-F492-4865-9253-8939FE4A0511}"/>
    <dgm:cxn modelId="{85F29F8B-885D-4198-BE04-E9284FA155DE}" type="presOf" srcId="{B35D7227-2FDC-4B65-AEAB-47CF905DE666}" destId="{F941D9D1-314D-4138-B04B-808E546BB6B8}" srcOrd="0" destOrd="0" presId="urn:microsoft.com/office/officeart/2008/layout/LinedList"/>
    <dgm:cxn modelId="{ACB94DBB-3762-4CD3-A3E0-DB93BCB1AE6F}" srcId="{ABFCFEF8-18B8-4EF1-A587-E149D72287B9}" destId="{755DD03B-616F-4276-B6A4-8DF41C5984F8}" srcOrd="0" destOrd="0" parTransId="{F92F26BD-5A12-4ECC-B187-BBF643FE31D8}" sibTransId="{59C83AC2-8EAC-482A-81D7-811691A557B4}"/>
    <dgm:cxn modelId="{CF7A06C6-DDE2-4C01-8DDC-01C768085733}" type="presOf" srcId="{ABFCFEF8-18B8-4EF1-A587-E149D72287B9}" destId="{5230EDC9-3E62-41AC-99D1-1E93FFD66983}" srcOrd="0" destOrd="0" presId="urn:microsoft.com/office/officeart/2008/layout/LinedList"/>
    <dgm:cxn modelId="{5BBB81CA-39B0-43C6-AAEA-4105A459C090}" type="presOf" srcId="{F78D3EC9-3616-4551-B877-01611794E1B3}" destId="{DDE73E01-8807-400B-B781-E5542C0F10DB}" srcOrd="0" destOrd="0" presId="urn:microsoft.com/office/officeart/2008/layout/LinedList"/>
    <dgm:cxn modelId="{DFB2B8E2-A405-4F2B-BBF8-D10A08CD73DE}" srcId="{ABFCFEF8-18B8-4EF1-A587-E149D72287B9}" destId="{F78D3EC9-3616-4551-B877-01611794E1B3}" srcOrd="1" destOrd="0" parTransId="{F129D4A2-D31A-41D6-9995-8B94F422B851}" sibTransId="{CF0731C3-57A1-45A5-BD93-F44E7D6FB9B1}"/>
    <dgm:cxn modelId="{F2B7DFE4-8594-488C-8F89-2BE3C7F63D29}" type="presOf" srcId="{755DD03B-616F-4276-B6A4-8DF41C5984F8}" destId="{16C309E5-41CF-4C8B-B21E-0AAF1796C36D}" srcOrd="0" destOrd="0" presId="urn:microsoft.com/office/officeart/2008/layout/LinedList"/>
    <dgm:cxn modelId="{BD131F42-5857-4978-93EE-B8464963514B}" type="presParOf" srcId="{5230EDC9-3E62-41AC-99D1-1E93FFD66983}" destId="{BC7FCA3A-C953-4A22-9725-AE5D1BC77C18}" srcOrd="0" destOrd="0" presId="urn:microsoft.com/office/officeart/2008/layout/LinedList"/>
    <dgm:cxn modelId="{0B81F0C3-F088-4805-8AC6-1F138A31D493}" type="presParOf" srcId="{5230EDC9-3E62-41AC-99D1-1E93FFD66983}" destId="{F0609248-2186-43D0-80D7-31EE10BFBCE1}" srcOrd="1" destOrd="0" presId="urn:microsoft.com/office/officeart/2008/layout/LinedList"/>
    <dgm:cxn modelId="{8D2046D9-D23F-47F5-889D-E2E27107BDB5}" type="presParOf" srcId="{F0609248-2186-43D0-80D7-31EE10BFBCE1}" destId="{16C309E5-41CF-4C8B-B21E-0AAF1796C36D}" srcOrd="0" destOrd="0" presId="urn:microsoft.com/office/officeart/2008/layout/LinedList"/>
    <dgm:cxn modelId="{D7ECF701-ED6B-457A-87D2-4A84F726CDF4}" type="presParOf" srcId="{F0609248-2186-43D0-80D7-31EE10BFBCE1}" destId="{3A40FD30-8775-46BE-AEC2-C67AF37EF6DE}" srcOrd="1" destOrd="0" presId="urn:microsoft.com/office/officeart/2008/layout/LinedList"/>
    <dgm:cxn modelId="{9A2D2E61-70EC-4BC0-A1E0-647361CF6D9A}" type="presParOf" srcId="{5230EDC9-3E62-41AC-99D1-1E93FFD66983}" destId="{0186BE41-81A5-4749-A9B4-EFEE4B106264}" srcOrd="2" destOrd="0" presId="urn:microsoft.com/office/officeart/2008/layout/LinedList"/>
    <dgm:cxn modelId="{77BDD660-D46D-4D01-9D4C-B74AAE3B134F}" type="presParOf" srcId="{5230EDC9-3E62-41AC-99D1-1E93FFD66983}" destId="{FC03AB45-6034-4C68-BC93-836D70578E9F}" srcOrd="3" destOrd="0" presId="urn:microsoft.com/office/officeart/2008/layout/LinedList"/>
    <dgm:cxn modelId="{68BFCFC4-5EAF-4A5A-824E-CF4E6D1F77FD}" type="presParOf" srcId="{FC03AB45-6034-4C68-BC93-836D70578E9F}" destId="{DDE73E01-8807-400B-B781-E5542C0F10DB}" srcOrd="0" destOrd="0" presId="urn:microsoft.com/office/officeart/2008/layout/LinedList"/>
    <dgm:cxn modelId="{0C977BD0-FEF2-4740-BA82-4A122A00864A}" type="presParOf" srcId="{FC03AB45-6034-4C68-BC93-836D70578E9F}" destId="{45E07E8D-32F9-495B-AB25-288381B03415}" srcOrd="1" destOrd="0" presId="urn:microsoft.com/office/officeart/2008/layout/LinedList"/>
    <dgm:cxn modelId="{54956847-2749-4E79-8568-F31F282CDF33}" type="presParOf" srcId="{5230EDC9-3E62-41AC-99D1-1E93FFD66983}" destId="{FFF3D6FF-0500-4A54-A6CB-DE0027A31F57}" srcOrd="4" destOrd="0" presId="urn:microsoft.com/office/officeart/2008/layout/LinedList"/>
    <dgm:cxn modelId="{AA477F78-81C3-4639-900E-8222308342D0}" type="presParOf" srcId="{5230EDC9-3E62-41AC-99D1-1E93FFD66983}" destId="{81BF03ED-F73F-4FDD-AC4A-87660BB17DBB}" srcOrd="5" destOrd="0" presId="urn:microsoft.com/office/officeart/2008/layout/LinedList"/>
    <dgm:cxn modelId="{74A56D9F-5A02-4991-8709-D722C0E14DAC}" type="presParOf" srcId="{81BF03ED-F73F-4FDD-AC4A-87660BB17DBB}" destId="{F941D9D1-314D-4138-B04B-808E546BB6B8}" srcOrd="0" destOrd="0" presId="urn:microsoft.com/office/officeart/2008/layout/LinedList"/>
    <dgm:cxn modelId="{B34B2DCD-D10A-4D28-8D7C-5BF81F735FBC}" type="presParOf" srcId="{81BF03ED-F73F-4FDD-AC4A-87660BB17DBB}" destId="{774B0155-B25C-4085-A423-5CDBEAE155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C5960-0054-4332-AF2D-24773C58944C}">
      <dsp:nvSpPr>
        <dsp:cNvPr id="0" name=""/>
        <dsp:cNvSpPr/>
      </dsp:nvSpPr>
      <dsp:spPr>
        <a:xfrm>
          <a:off x="2520" y="339625"/>
          <a:ext cx="4598156" cy="27588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MATLAB </a:t>
          </a:r>
          <a:r>
            <a:rPr lang="en-US" sz="2400" kern="1200" dirty="0">
              <a:latin typeface="Calibri"/>
              <a:ea typeface="Calibri"/>
              <a:cs typeface="Calibri"/>
            </a:rPr>
            <a:t>–  Image process, and output signals</a:t>
          </a:r>
          <a:endParaRPr 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For MovieS2: $ </a:t>
          </a:r>
          <a:r>
            <a:rPr lang="en-US" sz="1900" kern="1200" dirty="0" err="1"/>
            <a:t>MicroBREWS_combined</a:t>
          </a:r>
          <a:r>
            <a:rPr lang="en-US" sz="1900" kern="1200" dirty="0"/>
            <a:t>('s2');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For  MovieS3: $</a:t>
          </a:r>
          <a:r>
            <a:rPr lang="en-US" sz="1900" kern="1200" dirty="0" err="1"/>
            <a:t>MicroBREWS_combined</a:t>
          </a:r>
          <a:r>
            <a:rPr lang="en-US" sz="1900" kern="1200" dirty="0"/>
            <a:t>('s3');</a:t>
          </a:r>
        </a:p>
      </dsp:txBody>
      <dsp:txXfrm>
        <a:off x="2520" y="339625"/>
        <a:ext cx="4598156" cy="2758893"/>
      </dsp:txXfrm>
    </dsp:sp>
    <dsp:sp modelId="{93279C2C-0DFE-4254-89DC-7C0D6F5D1010}">
      <dsp:nvSpPr>
        <dsp:cNvPr id="0" name=""/>
        <dsp:cNvSpPr/>
      </dsp:nvSpPr>
      <dsp:spPr>
        <a:xfrm>
          <a:off x="4674874" y="1597572"/>
          <a:ext cx="689723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0C36EC-A675-44D0-B496-9EC3C0E5DDFD}">
      <dsp:nvSpPr>
        <dsp:cNvPr id="0" name=""/>
        <dsp:cNvSpPr/>
      </dsp:nvSpPr>
      <dsp:spPr>
        <a:xfrm>
          <a:off x="5438795" y="339625"/>
          <a:ext cx="4598156" cy="27588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</a:t>
          </a:r>
          <a:r>
            <a:rPr lang="en-US" sz="2400" kern="1200" dirty="0"/>
            <a:t> – smooth, normalize, and find peaks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For MovieS2: $ res_s2 &lt;- </a:t>
          </a:r>
          <a:r>
            <a:rPr lang="en-US" sz="1900" kern="1200" dirty="0" err="1"/>
            <a:t>analyze_movie_signals</a:t>
          </a:r>
          <a:r>
            <a:rPr lang="en-US" sz="1900" kern="1200" dirty="0"/>
            <a:t>("s2") res_s2$peaks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For MoviesS3: $ res_s3 &lt;- </a:t>
          </a:r>
          <a:r>
            <a:rPr lang="en-US" sz="1900" kern="1200" dirty="0" err="1"/>
            <a:t>analyze_movie_signals</a:t>
          </a:r>
          <a:r>
            <a:rPr lang="en-US" sz="1900" kern="1200" dirty="0"/>
            <a:t>("s3") res_s3$peaks</a:t>
          </a:r>
        </a:p>
      </dsp:txBody>
      <dsp:txXfrm>
        <a:off x="5438795" y="339625"/>
        <a:ext cx="4598156" cy="27588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DAFB6-3E0B-4F63-B27E-038C3CDF5FD8}">
      <dsp:nvSpPr>
        <dsp:cNvPr id="0" name=""/>
        <dsp:cNvSpPr/>
      </dsp:nvSpPr>
      <dsp:spPr>
        <a:xfrm>
          <a:off x="0" y="3844668"/>
          <a:ext cx="2628900" cy="5046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</a:t>
          </a:r>
        </a:p>
      </dsp:txBody>
      <dsp:txXfrm>
        <a:off x="0" y="3844668"/>
        <a:ext cx="2628900" cy="504610"/>
      </dsp:txXfrm>
    </dsp:sp>
    <dsp:sp modelId="{775471F6-DDA3-4A4D-9A24-846D04950B2C}">
      <dsp:nvSpPr>
        <dsp:cNvPr id="0" name=""/>
        <dsp:cNvSpPr/>
      </dsp:nvSpPr>
      <dsp:spPr>
        <a:xfrm>
          <a:off x="2628900" y="3844668"/>
          <a:ext cx="7886700" cy="5046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Output a csv: (FrameID, signal)</a:t>
          </a:r>
        </a:p>
      </dsp:txBody>
      <dsp:txXfrm>
        <a:off x="2628900" y="3844668"/>
        <a:ext cx="7886700" cy="504610"/>
      </dsp:txXfrm>
    </dsp:sp>
    <dsp:sp modelId="{E7F2DBA5-802A-4098-BCEA-3F42C2FC4BBD}">
      <dsp:nvSpPr>
        <dsp:cNvPr id="0" name=""/>
        <dsp:cNvSpPr/>
      </dsp:nvSpPr>
      <dsp:spPr>
        <a:xfrm rot="10800000">
          <a:off x="0" y="3076146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Capture</a:t>
          </a:r>
        </a:p>
      </dsp:txBody>
      <dsp:txXfrm rot="-10800000">
        <a:off x="0" y="3076146"/>
        <a:ext cx="2628900" cy="504459"/>
      </dsp:txXfrm>
    </dsp:sp>
    <dsp:sp modelId="{EC40D5D4-845C-4233-BF2A-2A2C7120776F}">
      <dsp:nvSpPr>
        <dsp:cNvPr id="0" name=""/>
        <dsp:cNvSpPr/>
      </dsp:nvSpPr>
      <dsp:spPr>
        <a:xfrm>
          <a:off x="2628900" y="3076146"/>
          <a:ext cx="7886700" cy="504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Capture signals in each frame</a:t>
          </a:r>
        </a:p>
      </dsp:txBody>
      <dsp:txXfrm>
        <a:off x="2628900" y="3076146"/>
        <a:ext cx="7886700" cy="504459"/>
      </dsp:txXfrm>
    </dsp:sp>
    <dsp:sp modelId="{817768D4-2B08-4A38-AE49-471458A2CB71}">
      <dsp:nvSpPr>
        <dsp:cNvPr id="0" name=""/>
        <dsp:cNvSpPr/>
      </dsp:nvSpPr>
      <dsp:spPr>
        <a:xfrm rot="10800000">
          <a:off x="0" y="2307624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Draw</a:t>
          </a:r>
        </a:p>
      </dsp:txBody>
      <dsp:txXfrm rot="-10800000">
        <a:off x="0" y="2307624"/>
        <a:ext cx="2628900" cy="504459"/>
      </dsp:txXfrm>
    </dsp:sp>
    <dsp:sp modelId="{BDDAC7EC-74A0-4350-8708-E152D86397C1}">
      <dsp:nvSpPr>
        <dsp:cNvPr id="0" name=""/>
        <dsp:cNvSpPr/>
      </dsp:nvSpPr>
      <dsp:spPr>
        <a:xfrm>
          <a:off x="2628900" y="2307624"/>
          <a:ext cx="7886700" cy="504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Draw Region Of Interest (ROI)</a:t>
          </a:r>
        </a:p>
      </dsp:txBody>
      <dsp:txXfrm>
        <a:off x="2628900" y="2307624"/>
        <a:ext cx="7886700" cy="504459"/>
      </dsp:txXfrm>
    </dsp:sp>
    <dsp:sp modelId="{968450F7-9E86-4537-BCAD-165E37DB1BCB}">
      <dsp:nvSpPr>
        <dsp:cNvPr id="0" name=""/>
        <dsp:cNvSpPr/>
      </dsp:nvSpPr>
      <dsp:spPr>
        <a:xfrm rot="10800000">
          <a:off x="0" y="1539102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Normalize and clean</a:t>
          </a:r>
        </a:p>
      </dsp:txBody>
      <dsp:txXfrm rot="-10800000">
        <a:off x="0" y="1539102"/>
        <a:ext cx="2628900" cy="504459"/>
      </dsp:txXfrm>
    </dsp:sp>
    <dsp:sp modelId="{BA3D6D62-D764-42F6-818E-1D7E662BAAF9}">
      <dsp:nvSpPr>
        <dsp:cNvPr id="0" name=""/>
        <dsp:cNvSpPr/>
      </dsp:nvSpPr>
      <dsp:spPr>
        <a:xfrm>
          <a:off x="2628900" y="1539102"/>
          <a:ext cx="7886700" cy="504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Normalize and clean Image (basic resolution)</a:t>
          </a:r>
        </a:p>
      </dsp:txBody>
      <dsp:txXfrm>
        <a:off x="2628900" y="1539102"/>
        <a:ext cx="7886700" cy="504459"/>
      </dsp:txXfrm>
    </dsp:sp>
    <dsp:sp modelId="{A4A8E029-6B7F-4707-94A2-309C8F6868E3}">
      <dsp:nvSpPr>
        <dsp:cNvPr id="0" name=""/>
        <dsp:cNvSpPr/>
      </dsp:nvSpPr>
      <dsp:spPr>
        <a:xfrm rot="10800000">
          <a:off x="0" y="770580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</a:t>
          </a:r>
        </a:p>
      </dsp:txBody>
      <dsp:txXfrm rot="-10800000">
        <a:off x="0" y="770580"/>
        <a:ext cx="2628900" cy="504459"/>
      </dsp:txXfrm>
    </dsp:sp>
    <dsp:sp modelId="{3193AF06-2D86-4854-BF2A-7738E438116C}">
      <dsp:nvSpPr>
        <dsp:cNvPr id="0" name=""/>
        <dsp:cNvSpPr/>
      </dsp:nvSpPr>
      <dsp:spPr>
        <a:xfrm>
          <a:off x="2628900" y="770580"/>
          <a:ext cx="7886700" cy="504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Detect the trap centroid</a:t>
          </a:r>
        </a:p>
      </dsp:txBody>
      <dsp:txXfrm>
        <a:off x="2628900" y="770580"/>
        <a:ext cx="7886700" cy="504459"/>
      </dsp:txXfrm>
    </dsp:sp>
    <dsp:sp modelId="{67885360-070B-4921-A13A-A77F322FD6E4}">
      <dsp:nvSpPr>
        <dsp:cNvPr id="0" name=""/>
        <dsp:cNvSpPr/>
      </dsp:nvSpPr>
      <dsp:spPr>
        <a:xfrm rot="10800000">
          <a:off x="0" y="2058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Loop</a:t>
          </a:r>
        </a:p>
      </dsp:txBody>
      <dsp:txXfrm rot="-10800000">
        <a:off x="0" y="2058"/>
        <a:ext cx="2628900" cy="504459"/>
      </dsp:txXfrm>
    </dsp:sp>
    <dsp:sp modelId="{A53BF716-5363-43DC-A7BA-DD3A7C9991AB}">
      <dsp:nvSpPr>
        <dsp:cNvPr id="0" name=""/>
        <dsp:cNvSpPr/>
      </dsp:nvSpPr>
      <dsp:spPr>
        <a:xfrm>
          <a:off x="2628900" y="2058"/>
          <a:ext cx="7886700" cy="504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Loop 34 different images</a:t>
          </a:r>
        </a:p>
      </dsp:txBody>
      <dsp:txXfrm>
        <a:off x="2628900" y="2058"/>
        <a:ext cx="7886700" cy="504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43FD3-9ACE-41F9-929D-9CE0656A37A6}">
      <dsp:nvSpPr>
        <dsp:cNvPr id="0" name=""/>
        <dsp:cNvSpPr/>
      </dsp:nvSpPr>
      <dsp:spPr>
        <a:xfrm>
          <a:off x="0" y="4473396"/>
          <a:ext cx="1666708" cy="9786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77800" rIns="118536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</a:t>
          </a:r>
        </a:p>
      </dsp:txBody>
      <dsp:txXfrm>
        <a:off x="0" y="4473396"/>
        <a:ext cx="1666708" cy="978669"/>
      </dsp:txXfrm>
    </dsp:sp>
    <dsp:sp modelId="{1A3561E8-C766-46E9-8AF5-5F21BA62C31A}">
      <dsp:nvSpPr>
        <dsp:cNvPr id="0" name=""/>
        <dsp:cNvSpPr/>
      </dsp:nvSpPr>
      <dsp:spPr>
        <a:xfrm>
          <a:off x="1666708" y="4473396"/>
          <a:ext cx="5000124" cy="9786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28600" rIns="10142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findpeaks to find how many peaks the graph has</a:t>
          </a:r>
        </a:p>
      </dsp:txBody>
      <dsp:txXfrm>
        <a:off x="1666708" y="4473396"/>
        <a:ext cx="5000124" cy="978669"/>
      </dsp:txXfrm>
    </dsp:sp>
    <dsp:sp modelId="{D466C42C-FA2A-49A4-A440-D282128A6C1E}">
      <dsp:nvSpPr>
        <dsp:cNvPr id="0" name=""/>
        <dsp:cNvSpPr/>
      </dsp:nvSpPr>
      <dsp:spPr>
        <a:xfrm rot="10800000">
          <a:off x="0" y="2982882"/>
          <a:ext cx="1666708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77800" rIns="118536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Normalize</a:t>
          </a:r>
        </a:p>
      </dsp:txBody>
      <dsp:txXfrm rot="-10800000">
        <a:off x="0" y="2982882"/>
        <a:ext cx="1666708" cy="978376"/>
      </dsp:txXfrm>
    </dsp:sp>
    <dsp:sp modelId="{44AB2779-52DD-4643-A23B-9E957B114B8F}">
      <dsp:nvSpPr>
        <dsp:cNvPr id="0" name=""/>
        <dsp:cNvSpPr/>
      </dsp:nvSpPr>
      <dsp:spPr>
        <a:xfrm>
          <a:off x="1666708" y="2982882"/>
          <a:ext cx="5000124" cy="978376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28600" rIns="10142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Normalize the signal for generalization</a:t>
          </a:r>
        </a:p>
      </dsp:txBody>
      <dsp:txXfrm>
        <a:off x="1666708" y="2982882"/>
        <a:ext cx="5000124" cy="978376"/>
      </dsp:txXfrm>
    </dsp:sp>
    <dsp:sp modelId="{00076CAA-D228-48D6-9124-971D22D5DC11}">
      <dsp:nvSpPr>
        <dsp:cNvPr id="0" name=""/>
        <dsp:cNvSpPr/>
      </dsp:nvSpPr>
      <dsp:spPr>
        <a:xfrm rot="10800000">
          <a:off x="0" y="1492368"/>
          <a:ext cx="1666708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77800" rIns="118536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Get</a:t>
          </a:r>
        </a:p>
      </dsp:txBody>
      <dsp:txXfrm rot="-10800000">
        <a:off x="0" y="1492368"/>
        <a:ext cx="1666708" cy="978376"/>
      </dsp:txXfrm>
    </dsp:sp>
    <dsp:sp modelId="{3E38B9FA-339C-4D13-9407-D46383F4CBF7}">
      <dsp:nvSpPr>
        <dsp:cNvPr id="0" name=""/>
        <dsp:cNvSpPr/>
      </dsp:nvSpPr>
      <dsp:spPr>
        <a:xfrm>
          <a:off x="1666708" y="1492368"/>
          <a:ext cx="5000124" cy="978376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28600" rIns="10142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 the average signal using rollmean function</a:t>
          </a:r>
        </a:p>
      </dsp:txBody>
      <dsp:txXfrm>
        <a:off x="1666708" y="1492368"/>
        <a:ext cx="5000124" cy="978376"/>
      </dsp:txXfrm>
    </dsp:sp>
    <dsp:sp modelId="{08516340-A343-4E51-96DF-38AF23C00DEE}">
      <dsp:nvSpPr>
        <dsp:cNvPr id="0" name=""/>
        <dsp:cNvSpPr/>
      </dsp:nvSpPr>
      <dsp:spPr>
        <a:xfrm rot="10800000">
          <a:off x="0" y="1854"/>
          <a:ext cx="1666708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536" tIns="177800" rIns="118536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Read</a:t>
          </a:r>
        </a:p>
      </dsp:txBody>
      <dsp:txXfrm rot="-10800000">
        <a:off x="0" y="1854"/>
        <a:ext cx="1666708" cy="978376"/>
      </dsp:txXfrm>
    </dsp:sp>
    <dsp:sp modelId="{F07DD51D-38B7-4A64-ABC5-244E287F1015}">
      <dsp:nvSpPr>
        <dsp:cNvPr id="0" name=""/>
        <dsp:cNvSpPr/>
      </dsp:nvSpPr>
      <dsp:spPr>
        <a:xfrm>
          <a:off x="1666708" y="1854"/>
          <a:ext cx="5000124" cy="978376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426" tIns="228600" rIns="10142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Read the CSV file fetched from MATLAB script</a:t>
          </a:r>
        </a:p>
      </dsp:txBody>
      <dsp:txXfrm>
        <a:off x="1666708" y="1854"/>
        <a:ext cx="5000124" cy="978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CA3A-C953-4A22-9725-AE5D1BC77C18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309E5-41CF-4C8B-B21E-0AAF1796C36D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As a cell enters and grows in the trap, the fluorescence/intensity </a:t>
          </a:r>
          <a:r>
            <a:rPr lang="en-US" sz="3200" b="1" kern="1200"/>
            <a:t>rises</a:t>
          </a:r>
          <a:r>
            <a:rPr lang="en-US" sz="3200" kern="1200"/>
            <a:t>.</a:t>
          </a:r>
        </a:p>
      </dsp:txBody>
      <dsp:txXfrm>
        <a:off x="0" y="2703"/>
        <a:ext cx="6900512" cy="1843578"/>
      </dsp:txXfrm>
    </dsp:sp>
    <dsp:sp modelId="{0186BE41-81A5-4749-A9B4-EFEE4B106264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73E01-8807-400B-B781-E5542C0F10DB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When the cell buds or separates, the signal </a:t>
          </a:r>
          <a:r>
            <a:rPr lang="en-US" sz="3200" b="1" kern="1200"/>
            <a:t>drops sharply</a:t>
          </a:r>
          <a:r>
            <a:rPr lang="en-US" sz="3200" kern="1200"/>
            <a:t>.</a:t>
          </a:r>
        </a:p>
      </dsp:txBody>
      <dsp:txXfrm>
        <a:off x="0" y="1846281"/>
        <a:ext cx="6900512" cy="1843578"/>
      </dsp:txXfrm>
    </dsp:sp>
    <dsp:sp modelId="{FFF3D6FF-0500-4A54-A6CB-DE0027A31F57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1D9D1-314D-4138-B04B-808E546BB6B8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These rise-and-crash patterns appear as </a:t>
          </a:r>
          <a:r>
            <a:rPr lang="en-US" sz="3200" b="1" kern="1200"/>
            <a:t>peaks</a:t>
          </a:r>
          <a:r>
            <a:rPr lang="en-US" sz="3200" kern="1200"/>
            <a:t>, so peaks act as clear markers of </a:t>
          </a:r>
          <a:r>
            <a:rPr lang="en-US" sz="3200" b="1" kern="1200"/>
            <a:t>cell separation events</a:t>
          </a:r>
          <a:r>
            <a:rPr lang="en-US" sz="3200" kern="1200"/>
            <a:t>.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11836 10248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10583 1799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9772 2575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7814 2170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7585 2910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7691 2381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5T13:16:07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7691 2381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github.com/yyc2wf/MicroBREW_Generaliz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journals.plos.org/plosone/article?id=10.1371%2Fjournal.pone.0100042&amp;utm_source=chatgpt.com#s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2.mov"/><Relationship Id="rId7" Type="http://schemas.openxmlformats.org/officeDocument/2006/relationships/image" Target="../media/image6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o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customXml" Target="../ink/ink6.xml"/><Relationship Id="rId12" Type="http://schemas.openxmlformats.org/officeDocument/2006/relationships/diagramColors" Target="../diagrams/colors2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diagramQuickStyle" Target="../diagrams/quickStyle2.xml"/><Relationship Id="rId5" Type="http://schemas.openxmlformats.org/officeDocument/2006/relationships/customXml" Target="../ink/ink4.xml"/><Relationship Id="rId10" Type="http://schemas.openxmlformats.org/officeDocument/2006/relationships/diagramLayout" Target="../diagrams/layout2.xml"/><Relationship Id="rId4" Type="http://schemas.openxmlformats.org/officeDocument/2006/relationships/customXml" Target="../ink/ink3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red and black objects&#10;&#10;AI-generated content may be incorrect.">
            <a:extLst>
              <a:ext uri="{FF2B5EF4-FFF2-40B4-BE49-F238E27FC236}">
                <a16:creationId xmlns:a16="http://schemas.microsoft.com/office/drawing/2014/main" id="{3C5E9EE7-2B15-710D-CE2E-B33550BC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00" r="9089" b="1507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Application for MicroBREW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/>
              <a:t>Authors: Oshil Ghimire, Bishal Paudel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8231F-6C2E-A74E-87F9-5B814E66C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C633-4816-B8F8-BB7F-EEAAACD5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5660607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yyc2wf/MicroBREW_Generalization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logo of a cat&#10;&#10;AI-generated content may be incorrect.">
            <a:extLst>
              <a:ext uri="{FF2B5EF4-FFF2-40B4-BE49-F238E27FC236}">
                <a16:creationId xmlns:a16="http://schemas.microsoft.com/office/drawing/2014/main" id="{63A65AB4-F4E8-7B7C-5381-DB7C278A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65" y="591670"/>
            <a:ext cx="4874673" cy="2742004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D03003-C56D-3969-EB91-8533EA9F39C3}"/>
                  </a:ext>
                </a:extLst>
              </p14:cNvPr>
              <p14:cNvContentPartPr/>
              <p14:nvPr/>
            </p14:nvContentPartPr>
            <p14:xfrm>
              <a:off x="5115485" y="5922309"/>
              <a:ext cx="16808" cy="1680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D03003-C56D-3969-EB91-8533EA9F39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1893" y="5081909"/>
                <a:ext cx="1680800" cy="16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97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50838-6E1A-D8B1-4739-9376305C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Source 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CCC2-AD93-D610-0AEA-F8648B228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ea typeface="+mn-lt"/>
                <a:cs typeface="+mn-lt"/>
                <a:hlinkClick r:id="rId2"/>
              </a:rPr>
              <a:t>A Microfluidic System for Studying Ageing and Dynamic Single-Cell Responses in Budding Yeast | PLOS One</a:t>
            </a:r>
            <a:endParaRPr lang="en-US" sz="2200">
              <a:ea typeface="+mn-lt"/>
              <a:cs typeface="+mn-lt"/>
            </a:endParaRPr>
          </a:p>
          <a:p>
            <a:pPr marL="0" indent="0">
              <a:buNone/>
            </a:pPr>
            <a:endParaRPr lang="en-US" sz="2200">
              <a:ea typeface="+mn-lt"/>
              <a:cs typeface="+mn-lt"/>
            </a:endParaRPr>
          </a:p>
        </p:txBody>
      </p:sp>
      <p:pic>
        <p:nvPicPr>
          <p:cNvPr id="16" name="Picture 15" descr="A screenshot of a movie&#10;&#10;AI-generated content may be incorrect.">
            <a:extLst>
              <a:ext uri="{FF2B5EF4-FFF2-40B4-BE49-F238E27FC236}">
                <a16:creationId xmlns:a16="http://schemas.microsoft.com/office/drawing/2014/main" id="{71751DA0-3F77-4881-E519-DC0944FF0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29" y="2290936"/>
            <a:ext cx="10773750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5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5DBAB-2E9E-446D-F41C-8B8BFBBD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898137"/>
            <a:ext cx="4974771" cy="873986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D8F6A-BB0A-D7EA-B28F-75159405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958550"/>
            <a:ext cx="4974771" cy="4261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We applied a simplified, single-trap version of the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MicroBREW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pipeline to the two 34-frame movies shown towards the left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 demonstrate how our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MicroBREW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method generalizes to different imaging conditions / parameters</a:t>
            </a:r>
            <a:endParaRPr lang="en-US" dirty="0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2A444C-81CA-4D10-998B-529CE31D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6008" y="348973"/>
            <a:ext cx="4945999" cy="6036681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CC0ED-7D4E-4CE4-A15A-A6FF507AE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6042E25-B074-48D7-9694-5C952710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61E28-F51E-44F9-B827-A32BAAABD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232747"/>
            <a:ext cx="4945999" cy="60366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aphic 4">
            <a:extLst>
              <a:ext uri="{FF2B5EF4-FFF2-40B4-BE49-F238E27FC236}">
                <a16:creationId xmlns:a16="http://schemas.microsoft.com/office/drawing/2014/main" id="{57CD476F-4071-4E06-BD94-582AC009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73349" y="210930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6A3560-202E-47CB-A0A4-7BAA40CED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DCE699C-0879-4B2A-BD24-CE9CB03F0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9C6C48-4048-472B-9200-BA3467DD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BE535A2-9A69-4D86-98B9-4606364B7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D38EB57-352E-48E7-9482-1AEA738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8EEB6E-44FD-4775-9179-950DB8C3D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3B6FB8-B03E-4FC7-AC61-9B1613A3C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6E9617C-8511-4D9B-94C1-C84BFB7ED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076EA5A-A5A8-42A9-A0F7-ECECD999F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5856DB2-44EF-413E-B792-EFF0409DE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E2C35C7-1280-4F14-9553-11374063E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0376E68-4370-4BE5-917D-39794960D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D187E9-AB0A-480D-B60A-74F7F26FF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55B4618-2DF2-1934-C8EC-2A07E5A2A472}"/>
              </a:ext>
            </a:extLst>
          </p:cNvPr>
          <p:cNvSpPr txBox="1"/>
          <p:nvPr/>
        </p:nvSpPr>
        <p:spPr>
          <a:xfrm>
            <a:off x="1747283" y="3086903"/>
            <a:ext cx="2772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Movie s3 (budding on top)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90D53-5086-D709-11CA-3460EE064B73}"/>
              </a:ext>
            </a:extLst>
          </p:cNvPr>
          <p:cNvSpPr txBox="1"/>
          <p:nvPr/>
        </p:nvSpPr>
        <p:spPr>
          <a:xfrm>
            <a:off x="1618437" y="345759"/>
            <a:ext cx="48564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Movie s2 (budding on bottom)</a:t>
            </a:r>
          </a:p>
        </p:txBody>
      </p:sp>
      <p:pic>
        <p:nvPicPr>
          <p:cNvPr id="37" name="Movie_S2">
            <a:hlinkClick r:id="" action="ppaction://media"/>
            <a:extLst>
              <a:ext uri="{FF2B5EF4-FFF2-40B4-BE49-F238E27FC236}">
                <a16:creationId xmlns:a16="http://schemas.microsoft.com/office/drawing/2014/main" id="{B3437C08-AE16-5897-1AE0-8D5F7C7ACE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54643" y="640976"/>
            <a:ext cx="2885982" cy="2438399"/>
          </a:xfrm>
          <a:prstGeom prst="rect">
            <a:avLst/>
          </a:prstGeom>
        </p:spPr>
      </p:pic>
      <p:pic>
        <p:nvPicPr>
          <p:cNvPr id="38" name="Movie_S3">
            <a:hlinkClick r:id="" action="ppaction://media"/>
            <a:extLst>
              <a:ext uri="{FF2B5EF4-FFF2-40B4-BE49-F238E27FC236}">
                <a16:creationId xmlns:a16="http://schemas.microsoft.com/office/drawing/2014/main" id="{A3D43708-F6CF-A0B8-B4C1-769795E0303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54175" y="3453651"/>
            <a:ext cx="2954152" cy="250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0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video>
              <p:cMediaNode>
                <p:cTn id="17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5265-7763-1682-07AD-F6A7FC5C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Full Data Pipeline (How To Run)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8A799750-6703-B6A4-BA57-5EDB1A647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756889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25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CC8F-BF03-C9DA-A620-16634044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Movie S2 &amp; S3(MATLAB)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1B00D9-ED22-3A92-A906-D0525DDD7AD7}"/>
                  </a:ext>
                </a:extLst>
              </p14:cNvPr>
              <p14:cNvContentPartPr/>
              <p14:nvPr/>
            </p14:nvContentPartPr>
            <p14:xfrm>
              <a:off x="4319868" y="554691"/>
              <a:ext cx="16808" cy="1680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1B00D9-ED22-3A92-A906-D0525DDD7A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9468" y="-285709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8F1C2B-6386-648F-A64B-4986BDA11A4E}"/>
                  </a:ext>
                </a:extLst>
              </p14:cNvPr>
              <p14:cNvContentPartPr/>
              <p14:nvPr/>
            </p14:nvContentPartPr>
            <p14:xfrm>
              <a:off x="3804398" y="1047750"/>
              <a:ext cx="16808" cy="1680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8F1C2B-6386-648F-A64B-4986BDA11A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0806" y="207350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D3DD41-978E-4AAC-2076-47753868C29B}"/>
                  </a:ext>
                </a:extLst>
              </p14:cNvPr>
              <p14:cNvContentPartPr/>
              <p14:nvPr/>
            </p14:nvContentPartPr>
            <p14:xfrm>
              <a:off x="2560545" y="790015"/>
              <a:ext cx="16808" cy="16808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D3DD41-978E-4AAC-2076-47753868C2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0145" y="-33577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212261-E4A3-4536-4F97-9E0BC8CC0E5A}"/>
                  </a:ext>
                </a:extLst>
              </p14:cNvPr>
              <p14:cNvContentPartPr/>
              <p14:nvPr/>
            </p14:nvContentPartPr>
            <p14:xfrm>
              <a:off x="2414868" y="1260662"/>
              <a:ext cx="16808" cy="16808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212261-E4A3-4536-4F97-9E0BC8CC0E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1276" y="420262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B079F2-BB6E-C230-5806-956B2845D1F7}"/>
                  </a:ext>
                </a:extLst>
              </p14:cNvPr>
              <p14:cNvContentPartPr/>
              <p14:nvPr/>
            </p14:nvContentPartPr>
            <p14:xfrm>
              <a:off x="2482103" y="924485"/>
              <a:ext cx="16808" cy="1680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B079F2-BB6E-C230-5806-956B2845D1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8511" y="84085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7D6FD5-E571-027F-39AA-1444DD6F4222}"/>
                  </a:ext>
                </a:extLst>
              </p14:cNvPr>
              <p14:cNvContentPartPr/>
              <p14:nvPr/>
            </p14:nvContentPartPr>
            <p14:xfrm>
              <a:off x="2482103" y="924485"/>
              <a:ext cx="16808" cy="1680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7D6FD5-E571-027F-39AA-1444DD6F42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8511" y="84085"/>
                <a:ext cx="1680800" cy="16808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4" name="Content Placeholder 11">
            <a:extLst>
              <a:ext uri="{FF2B5EF4-FFF2-40B4-BE49-F238E27FC236}">
                <a16:creationId xmlns:a16="http://schemas.microsoft.com/office/drawing/2014/main" id="{328781EB-38AF-91CC-F75F-68571E9C4C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2500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739B-5FED-8E17-7712-4C159882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used in Movie S2</a:t>
            </a:r>
          </a:p>
        </p:txBody>
      </p:sp>
      <p:pic>
        <p:nvPicPr>
          <p:cNvPr id="4" name="Content Placeholder 3" descr="A close-up of a frame&#10;&#10;AI-generated content may be incorrect.">
            <a:extLst>
              <a:ext uri="{FF2B5EF4-FFF2-40B4-BE49-F238E27FC236}">
                <a16:creationId xmlns:a16="http://schemas.microsoft.com/office/drawing/2014/main" id="{081DABFF-1FA0-A3FF-2CA8-53F9B0F87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506" r="-733"/>
          <a:stretch>
            <a:fillRect/>
          </a:stretch>
        </p:blipFill>
        <p:spPr>
          <a:xfrm>
            <a:off x="407193" y="2086586"/>
            <a:ext cx="5662318" cy="4729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40361-AB79-5548-C0C8-59ABF69FFE63}"/>
              </a:ext>
            </a:extLst>
          </p:cNvPr>
          <p:cNvSpPr txBox="1"/>
          <p:nvPr/>
        </p:nvSpPr>
        <p:spPr>
          <a:xfrm>
            <a:off x="6530169" y="3008523"/>
            <a:ext cx="5488782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%For this ROI     </a:t>
            </a:r>
          </a:p>
          <a:p>
            <a:r>
              <a:rPr lang="en-US" sz="2000" dirty="0">
                <a:latin typeface="Courier New"/>
                <a:cs typeface="Courier New"/>
              </a:rPr>
              <a:t>vertices = [c(1)+4, c(2);</a:t>
            </a:r>
          </a:p>
          <a:p>
            <a:r>
              <a:rPr lang="en-US" sz="2000" dirty="0">
                <a:latin typeface="Courier New"/>
                <a:cs typeface="Courier New"/>
              </a:rPr>
              <a:t>       c(1)-9,  c(2);</a:t>
            </a:r>
          </a:p>
          <a:p>
            <a:r>
              <a:rPr lang="en-US" sz="2000" dirty="0">
                <a:latin typeface="Courier New"/>
                <a:cs typeface="Courier New"/>
              </a:rPr>
              <a:t>       c(1)-35, c(2)+45;</a:t>
            </a:r>
          </a:p>
          <a:p>
            <a:r>
              <a:rPr lang="en-US" sz="2000" dirty="0">
                <a:latin typeface="Courier New"/>
                <a:cs typeface="Courier New"/>
              </a:rPr>
              <a:t>       c(1)+35, c(2)+45]; </a:t>
            </a:r>
          </a:p>
          <a:p>
            <a:r>
              <a:rPr lang="en-US" sz="2000" dirty="0">
                <a:latin typeface="Courier New"/>
                <a:cs typeface="Courier New"/>
              </a:rPr>
              <a:t>%Blue plus is the Centroid, in this example defined as “c”</a:t>
            </a:r>
            <a:endParaRPr lang="en-US" sz="2000"/>
          </a:p>
          <a:p>
            <a:br>
              <a:rPr lang="en-US" dirty="0"/>
            </a:b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357766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F0B1-90FC-B5FA-3971-18621CB9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CAE9-357A-C56E-BE46-B7822725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used in Movie S2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811F8-8095-FBBC-D52B-2CC8708F3457}"/>
              </a:ext>
            </a:extLst>
          </p:cNvPr>
          <p:cNvSpPr txBox="1"/>
          <p:nvPr/>
        </p:nvSpPr>
        <p:spPr>
          <a:xfrm>
            <a:off x="6530169" y="3008523"/>
            <a:ext cx="5488782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%For this ROI     </a:t>
            </a:r>
          </a:p>
          <a:p>
            <a:r>
              <a:rPr lang="en-US" dirty="0">
                <a:latin typeface="Courier New"/>
                <a:cs typeface="Courier New"/>
              </a:rPr>
              <a:t>       vertices = [c(1)+12, c(2)+6;</a:t>
            </a:r>
            <a:endParaRPr lang="en-US"/>
          </a:p>
          <a:p>
            <a:r>
              <a:rPr lang="en-US" dirty="0">
                <a:latin typeface="Courier New"/>
                <a:cs typeface="Courier New"/>
              </a:rPr>
              <a:t>                   c(1)+50, c(2)-10;</a:t>
            </a:r>
            <a:endParaRPr lang="en-US"/>
          </a:p>
          <a:p>
            <a:r>
              <a:rPr lang="en-US" dirty="0">
                <a:latin typeface="Courier New"/>
                <a:cs typeface="Courier New"/>
              </a:rPr>
              <a:t>                   c(1)+50, c(2)-42;</a:t>
            </a:r>
            <a:endParaRPr lang="en-US"/>
          </a:p>
          <a:p>
            <a:r>
              <a:rPr lang="en-US" dirty="0">
                <a:latin typeface="Courier New"/>
                <a:cs typeface="Courier New"/>
              </a:rPr>
              <a:t>                   c(1)+5,  c(2)-42;</a:t>
            </a:r>
            <a:endParaRPr lang="en-US"/>
          </a:p>
          <a:p>
            <a:r>
              <a:rPr lang="en-US" dirty="0">
                <a:latin typeface="Courier New"/>
                <a:cs typeface="Courier New"/>
              </a:rPr>
              <a:t>                   c(1)+5, c(2)-4];  </a:t>
            </a:r>
            <a:endParaRPr lang="en-US"/>
          </a:p>
          <a:p>
            <a:r>
              <a:rPr lang="en-US" sz="2000" dirty="0">
                <a:latin typeface="Courier New"/>
                <a:cs typeface="Courier New"/>
              </a:rPr>
              <a:t>%Blue plus is the Centroid, in this example defined as “c”</a:t>
            </a:r>
            <a:endParaRPr lang="en-US" sz="2000"/>
          </a:p>
          <a:p>
            <a:br>
              <a:rPr lang="en-US" dirty="0"/>
            </a:br>
            <a:endParaRPr lang="en-US" sz="4400"/>
          </a:p>
        </p:txBody>
      </p:sp>
      <p:pic>
        <p:nvPicPr>
          <p:cNvPr id="8" name="Content Placeholder 7" descr="A close-up of a frame&#10;&#10;AI-generated content may be incorrect.">
            <a:extLst>
              <a:ext uri="{FF2B5EF4-FFF2-40B4-BE49-F238E27FC236}">
                <a16:creationId xmlns:a16="http://schemas.microsoft.com/office/drawing/2014/main" id="{02C6CAE9-878C-FC3D-9800-0A989BC5F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578" r="3180"/>
          <a:stretch>
            <a:fillRect/>
          </a:stretch>
        </p:blipFill>
        <p:spPr>
          <a:xfrm>
            <a:off x="834902" y="1991884"/>
            <a:ext cx="5012121" cy="437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9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EF004-D5F0-2B42-C8A7-C7784AF8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Movie S2 &amp; S3 (CSV example)</a:t>
            </a:r>
          </a:p>
        </p:txBody>
      </p:sp>
      <p:pic>
        <p:nvPicPr>
          <p:cNvPr id="4" name="Content Placeholder 3" descr="A screenshot of a table&#10;&#10;AI-generated content may be incorrect.">
            <a:extLst>
              <a:ext uri="{FF2B5EF4-FFF2-40B4-BE49-F238E27FC236}">
                <a16:creationId xmlns:a16="http://schemas.microsoft.com/office/drawing/2014/main" id="{9D906F37-B768-F00A-F1C1-618DF390B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8079" y="643467"/>
            <a:ext cx="333917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3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121C8-6732-8217-B210-304AA761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Movie S2 &amp; S3 (R – post processing)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C25059-32CE-C743-0FCF-A15953230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247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589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6FC9B80-93C7-4A8E-80F9-67E218482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1D39D31-4CCD-4B76-9350-5B4F35B7E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14000"/>
          </a:xfrm>
          <a:custGeom>
            <a:avLst/>
            <a:gdLst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563475 w 12192000"/>
              <a:gd name="connsiteY15" fmla="*/ 2792135 h 3414000"/>
              <a:gd name="connsiteX16" fmla="*/ 10136739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136739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15460 w 12192000"/>
              <a:gd name="connsiteY5" fmla="*/ 3343718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096804 w 12192000"/>
              <a:gd name="connsiteY4" fmla="*/ 3337419 h 3414000"/>
              <a:gd name="connsiteX5" fmla="*/ 12015460 w 12192000"/>
              <a:gd name="connsiteY5" fmla="*/ 3343718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60312 w 12192000"/>
              <a:gd name="connsiteY22" fmla="*/ 32121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305050 w 12192000"/>
              <a:gd name="connsiteY21" fmla="*/ 3162300 h 3414000"/>
              <a:gd name="connsiteX22" fmla="*/ 2046142 w 12192000"/>
              <a:gd name="connsiteY22" fmla="*/ 3203263 h 3414000"/>
              <a:gd name="connsiteX23" fmla="*/ 1560312 w 12192000"/>
              <a:gd name="connsiteY23" fmla="*/ 3212173 h 3414000"/>
              <a:gd name="connsiteX24" fmla="*/ 1304604 w 12192000"/>
              <a:gd name="connsiteY24" fmla="*/ 3185587 h 3414000"/>
              <a:gd name="connsiteX25" fmla="*/ 1160924 w 12192000"/>
              <a:gd name="connsiteY25" fmla="*/ 3219675 h 3414000"/>
              <a:gd name="connsiteX26" fmla="*/ 909691 w 12192000"/>
              <a:gd name="connsiteY26" fmla="*/ 3216917 h 3414000"/>
              <a:gd name="connsiteX27" fmla="*/ 764022 w 12192000"/>
              <a:gd name="connsiteY27" fmla="*/ 3235844 h 3414000"/>
              <a:gd name="connsiteX28" fmla="*/ 701916 w 12192000"/>
              <a:gd name="connsiteY28" fmla="*/ 3250221 h 3414000"/>
              <a:gd name="connsiteX29" fmla="*/ 408703 w 12192000"/>
              <a:gd name="connsiteY29" fmla="*/ 3323459 h 3414000"/>
              <a:gd name="connsiteX30" fmla="*/ 369867 w 12192000"/>
              <a:gd name="connsiteY30" fmla="*/ 3339093 h 3414000"/>
              <a:gd name="connsiteX31" fmla="*/ 318912 w 12192000"/>
              <a:gd name="connsiteY31" fmla="*/ 3367911 h 3414000"/>
              <a:gd name="connsiteX32" fmla="*/ 119549 w 12192000"/>
              <a:gd name="connsiteY32" fmla="*/ 3404650 h 3414000"/>
              <a:gd name="connsiteX33" fmla="*/ 0 w 12192000"/>
              <a:gd name="connsiteY33" fmla="*/ 3414000 h 3414000"/>
              <a:gd name="connsiteX34" fmla="*/ 0 w 12192000"/>
              <a:gd name="connsiteY34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560312 w 12192000"/>
              <a:gd name="connsiteY23" fmla="*/ 3212173 h 3414000"/>
              <a:gd name="connsiteX24" fmla="*/ 1304604 w 12192000"/>
              <a:gd name="connsiteY24" fmla="*/ 3185587 h 3414000"/>
              <a:gd name="connsiteX25" fmla="*/ 1160924 w 12192000"/>
              <a:gd name="connsiteY25" fmla="*/ 3219675 h 3414000"/>
              <a:gd name="connsiteX26" fmla="*/ 909691 w 12192000"/>
              <a:gd name="connsiteY26" fmla="*/ 3216917 h 3414000"/>
              <a:gd name="connsiteX27" fmla="*/ 764022 w 12192000"/>
              <a:gd name="connsiteY27" fmla="*/ 3235844 h 3414000"/>
              <a:gd name="connsiteX28" fmla="*/ 701916 w 12192000"/>
              <a:gd name="connsiteY28" fmla="*/ 3250221 h 3414000"/>
              <a:gd name="connsiteX29" fmla="*/ 408703 w 12192000"/>
              <a:gd name="connsiteY29" fmla="*/ 3323459 h 3414000"/>
              <a:gd name="connsiteX30" fmla="*/ 369867 w 12192000"/>
              <a:gd name="connsiteY30" fmla="*/ 3339093 h 3414000"/>
              <a:gd name="connsiteX31" fmla="*/ 318912 w 12192000"/>
              <a:gd name="connsiteY31" fmla="*/ 3367911 h 3414000"/>
              <a:gd name="connsiteX32" fmla="*/ 119549 w 12192000"/>
              <a:gd name="connsiteY32" fmla="*/ 3404650 h 3414000"/>
              <a:gd name="connsiteX33" fmla="*/ 0 w 12192000"/>
              <a:gd name="connsiteY33" fmla="*/ 3414000 h 3414000"/>
              <a:gd name="connsiteX34" fmla="*/ 0 w 12192000"/>
              <a:gd name="connsiteY34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73250 w 12192000"/>
              <a:gd name="connsiteY23" fmla="*/ 31623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8039917 w 12192000"/>
              <a:gd name="connsiteY18" fmla="*/ 28340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8039917 w 12192000"/>
              <a:gd name="connsiteY18" fmla="*/ 28340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9177 w 12192000"/>
              <a:gd name="connsiteY14" fmla="*/ 2907018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3220 w 12192000"/>
              <a:gd name="connsiteY14" fmla="*/ 2918932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3220 w 12192000"/>
              <a:gd name="connsiteY14" fmla="*/ 2918932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85543 w 12192000"/>
              <a:gd name="connsiteY13" fmla="*/ 3085728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9724642 w 12192000"/>
              <a:gd name="connsiteY19" fmla="*/ 2837965 h 3414000"/>
              <a:gd name="connsiteX20" fmla="*/ 8039917 w 12192000"/>
              <a:gd name="connsiteY20" fmla="*/ 2834055 h 3414000"/>
              <a:gd name="connsiteX21" fmla="*/ 6923165 w 12192000"/>
              <a:gd name="connsiteY21" fmla="*/ 2920979 h 3414000"/>
              <a:gd name="connsiteX22" fmla="*/ 3308916 w 12192000"/>
              <a:gd name="connsiteY22" fmla="*/ 3049911 h 3414000"/>
              <a:gd name="connsiteX23" fmla="*/ 2279650 w 12192000"/>
              <a:gd name="connsiteY23" fmla="*/ 3187700 h 3414000"/>
              <a:gd name="connsiteX24" fmla="*/ 2046142 w 12192000"/>
              <a:gd name="connsiteY24" fmla="*/ 3203263 h 3414000"/>
              <a:gd name="connsiteX25" fmla="*/ 1835150 w 12192000"/>
              <a:gd name="connsiteY25" fmla="*/ 3200400 h 3414000"/>
              <a:gd name="connsiteX26" fmla="*/ 1560312 w 12192000"/>
              <a:gd name="connsiteY26" fmla="*/ 3212173 h 3414000"/>
              <a:gd name="connsiteX27" fmla="*/ 1304604 w 12192000"/>
              <a:gd name="connsiteY27" fmla="*/ 3185587 h 3414000"/>
              <a:gd name="connsiteX28" fmla="*/ 1160924 w 12192000"/>
              <a:gd name="connsiteY28" fmla="*/ 3219675 h 3414000"/>
              <a:gd name="connsiteX29" fmla="*/ 909691 w 12192000"/>
              <a:gd name="connsiteY29" fmla="*/ 3216917 h 3414000"/>
              <a:gd name="connsiteX30" fmla="*/ 764022 w 12192000"/>
              <a:gd name="connsiteY30" fmla="*/ 3235844 h 3414000"/>
              <a:gd name="connsiteX31" fmla="*/ 701916 w 12192000"/>
              <a:gd name="connsiteY31" fmla="*/ 3250221 h 3414000"/>
              <a:gd name="connsiteX32" fmla="*/ 408703 w 12192000"/>
              <a:gd name="connsiteY32" fmla="*/ 3323459 h 3414000"/>
              <a:gd name="connsiteX33" fmla="*/ 369867 w 12192000"/>
              <a:gd name="connsiteY33" fmla="*/ 3339093 h 3414000"/>
              <a:gd name="connsiteX34" fmla="*/ 318912 w 12192000"/>
              <a:gd name="connsiteY34" fmla="*/ 3367911 h 3414000"/>
              <a:gd name="connsiteX35" fmla="*/ 119549 w 12192000"/>
              <a:gd name="connsiteY35" fmla="*/ 3404650 h 3414000"/>
              <a:gd name="connsiteX36" fmla="*/ 0 w 12192000"/>
              <a:gd name="connsiteY36" fmla="*/ 3414000 h 3414000"/>
              <a:gd name="connsiteX37" fmla="*/ 0 w 12192000"/>
              <a:gd name="connsiteY37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9724642 w 12192000"/>
              <a:gd name="connsiteY19" fmla="*/ 2837965 h 3414000"/>
              <a:gd name="connsiteX20" fmla="*/ 8039917 w 12192000"/>
              <a:gd name="connsiteY20" fmla="*/ 2834055 h 3414000"/>
              <a:gd name="connsiteX21" fmla="*/ 6923165 w 12192000"/>
              <a:gd name="connsiteY21" fmla="*/ 2920979 h 3414000"/>
              <a:gd name="connsiteX22" fmla="*/ 3308916 w 12192000"/>
              <a:gd name="connsiteY22" fmla="*/ 3049911 h 3414000"/>
              <a:gd name="connsiteX23" fmla="*/ 2279650 w 12192000"/>
              <a:gd name="connsiteY23" fmla="*/ 3187700 h 3414000"/>
              <a:gd name="connsiteX24" fmla="*/ 2046142 w 12192000"/>
              <a:gd name="connsiteY24" fmla="*/ 3203263 h 3414000"/>
              <a:gd name="connsiteX25" fmla="*/ 1835150 w 12192000"/>
              <a:gd name="connsiteY25" fmla="*/ 3200400 h 3414000"/>
              <a:gd name="connsiteX26" fmla="*/ 1560312 w 12192000"/>
              <a:gd name="connsiteY26" fmla="*/ 3212173 h 3414000"/>
              <a:gd name="connsiteX27" fmla="*/ 1304604 w 12192000"/>
              <a:gd name="connsiteY27" fmla="*/ 3185587 h 3414000"/>
              <a:gd name="connsiteX28" fmla="*/ 1160924 w 12192000"/>
              <a:gd name="connsiteY28" fmla="*/ 3219675 h 3414000"/>
              <a:gd name="connsiteX29" fmla="*/ 909691 w 12192000"/>
              <a:gd name="connsiteY29" fmla="*/ 3216917 h 3414000"/>
              <a:gd name="connsiteX30" fmla="*/ 764022 w 12192000"/>
              <a:gd name="connsiteY30" fmla="*/ 3235844 h 3414000"/>
              <a:gd name="connsiteX31" fmla="*/ 701916 w 12192000"/>
              <a:gd name="connsiteY31" fmla="*/ 3250221 h 3414000"/>
              <a:gd name="connsiteX32" fmla="*/ 408703 w 12192000"/>
              <a:gd name="connsiteY32" fmla="*/ 3323459 h 3414000"/>
              <a:gd name="connsiteX33" fmla="*/ 369867 w 12192000"/>
              <a:gd name="connsiteY33" fmla="*/ 3339093 h 3414000"/>
              <a:gd name="connsiteX34" fmla="*/ 318912 w 12192000"/>
              <a:gd name="connsiteY34" fmla="*/ 3367911 h 3414000"/>
              <a:gd name="connsiteX35" fmla="*/ 119549 w 12192000"/>
              <a:gd name="connsiteY35" fmla="*/ 3404650 h 3414000"/>
              <a:gd name="connsiteX36" fmla="*/ 0 w 12192000"/>
              <a:gd name="connsiteY36" fmla="*/ 3414000 h 3414000"/>
              <a:gd name="connsiteX37" fmla="*/ 0 w 12192000"/>
              <a:gd name="connsiteY37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112013 w 12192000"/>
              <a:gd name="connsiteY19" fmla="*/ 2847448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94142 w 12192000"/>
              <a:gd name="connsiteY19" fmla="*/ 2817663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94142 w 12192000"/>
              <a:gd name="connsiteY19" fmla="*/ 2817663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2192000" h="3414000">
                <a:moveTo>
                  <a:pt x="0" y="0"/>
                </a:moveTo>
                <a:lnTo>
                  <a:pt x="12192000" y="0"/>
                </a:lnTo>
                <a:lnTo>
                  <a:pt x="12192000" y="3363677"/>
                </a:lnTo>
                <a:lnTo>
                  <a:pt x="12141171" y="3348643"/>
                </a:lnTo>
                <a:cubicBezTo>
                  <a:pt x="12130340" y="3352656"/>
                  <a:pt x="12120137" y="3342208"/>
                  <a:pt x="12096804" y="3337419"/>
                </a:cubicBezTo>
                <a:cubicBezTo>
                  <a:pt x="12073471" y="3332630"/>
                  <a:pt x="12025984" y="3353421"/>
                  <a:pt x="12001172" y="3319906"/>
                </a:cubicBezTo>
                <a:cubicBezTo>
                  <a:pt x="11931984" y="3317322"/>
                  <a:pt x="11987030" y="3316977"/>
                  <a:pt x="11929171" y="3326226"/>
                </a:cubicBezTo>
                <a:cubicBezTo>
                  <a:pt x="11931062" y="3332410"/>
                  <a:pt x="11821861" y="3285262"/>
                  <a:pt x="11820782" y="3289139"/>
                </a:cubicBezTo>
                <a:lnTo>
                  <a:pt x="11760586" y="3251827"/>
                </a:lnTo>
                <a:cubicBezTo>
                  <a:pt x="11725035" y="3246909"/>
                  <a:pt x="11677570" y="3253905"/>
                  <a:pt x="11653933" y="3237073"/>
                </a:cubicBezTo>
                <a:cubicBezTo>
                  <a:pt x="11648284" y="3237361"/>
                  <a:pt x="11597503" y="3198993"/>
                  <a:pt x="11577355" y="3211512"/>
                </a:cubicBezTo>
                <a:cubicBezTo>
                  <a:pt x="11529762" y="3203503"/>
                  <a:pt x="11537361" y="3169633"/>
                  <a:pt x="11462173" y="3157413"/>
                </a:cubicBezTo>
                <a:cubicBezTo>
                  <a:pt x="11410782" y="3145332"/>
                  <a:pt x="11394963" y="3124923"/>
                  <a:pt x="11336983" y="3096805"/>
                </a:cubicBezTo>
                <a:cubicBezTo>
                  <a:pt x="11307545" y="3084857"/>
                  <a:pt x="11278574" y="3101437"/>
                  <a:pt x="11255758" y="3091685"/>
                </a:cubicBezTo>
                <a:cubicBezTo>
                  <a:pt x="11232943" y="3081933"/>
                  <a:pt x="11238810" y="3066090"/>
                  <a:pt x="11200090" y="3038291"/>
                </a:cubicBezTo>
                <a:cubicBezTo>
                  <a:pt x="11153789" y="3006660"/>
                  <a:pt x="11084773" y="2967348"/>
                  <a:pt x="11053220" y="2918932"/>
                </a:cubicBezTo>
                <a:cubicBezTo>
                  <a:pt x="11009753" y="2888387"/>
                  <a:pt x="10991742" y="2867291"/>
                  <a:pt x="10939288" y="2855023"/>
                </a:cubicBezTo>
                <a:cubicBezTo>
                  <a:pt x="10775958" y="2834655"/>
                  <a:pt x="10755286" y="2847290"/>
                  <a:pt x="10744450" y="2833410"/>
                </a:cubicBezTo>
                <a:cubicBezTo>
                  <a:pt x="10732967" y="2835610"/>
                  <a:pt x="10488076" y="2783584"/>
                  <a:pt x="10343114" y="2798726"/>
                </a:cubicBezTo>
                <a:cubicBezTo>
                  <a:pt x="10237708" y="2801066"/>
                  <a:pt x="10137651" y="2840908"/>
                  <a:pt x="10082228" y="2811706"/>
                </a:cubicBezTo>
                <a:cubicBezTo>
                  <a:pt x="10002977" y="2836117"/>
                  <a:pt x="10065027" y="2834240"/>
                  <a:pt x="9724642" y="2837965"/>
                </a:cubicBezTo>
                <a:cubicBezTo>
                  <a:pt x="9384257" y="2841690"/>
                  <a:pt x="8208254" y="2743821"/>
                  <a:pt x="8039917" y="2834055"/>
                </a:cubicBezTo>
                <a:cubicBezTo>
                  <a:pt x="7683020" y="2867979"/>
                  <a:pt x="7380768" y="2943417"/>
                  <a:pt x="6923165" y="2920979"/>
                </a:cubicBezTo>
                <a:cubicBezTo>
                  <a:pt x="5970797" y="2826377"/>
                  <a:pt x="4381148" y="3024063"/>
                  <a:pt x="3308916" y="3049911"/>
                </a:cubicBezTo>
                <a:cubicBezTo>
                  <a:pt x="2539230" y="3090131"/>
                  <a:pt x="2490112" y="3162141"/>
                  <a:pt x="2279650" y="3187700"/>
                </a:cubicBezTo>
                <a:cubicBezTo>
                  <a:pt x="2069188" y="3213259"/>
                  <a:pt x="2113875" y="3207496"/>
                  <a:pt x="2046142" y="3203263"/>
                </a:cubicBezTo>
                <a:cubicBezTo>
                  <a:pt x="1978409" y="3199030"/>
                  <a:pt x="1916122" y="3198915"/>
                  <a:pt x="1835150" y="3200400"/>
                </a:cubicBezTo>
                <a:cubicBezTo>
                  <a:pt x="1728778" y="3151085"/>
                  <a:pt x="1655086" y="3208292"/>
                  <a:pt x="1560312" y="3212173"/>
                </a:cubicBezTo>
                <a:cubicBezTo>
                  <a:pt x="1488788" y="3201117"/>
                  <a:pt x="1381396" y="3228826"/>
                  <a:pt x="1304604" y="3185587"/>
                </a:cubicBezTo>
                <a:cubicBezTo>
                  <a:pt x="1214758" y="3240983"/>
                  <a:pt x="1240861" y="3204815"/>
                  <a:pt x="1160924" y="3219675"/>
                </a:cubicBezTo>
                <a:cubicBezTo>
                  <a:pt x="1120940" y="3215838"/>
                  <a:pt x="1029088" y="3185515"/>
                  <a:pt x="909691" y="3216917"/>
                </a:cubicBezTo>
                <a:cubicBezTo>
                  <a:pt x="894584" y="3261614"/>
                  <a:pt x="794971" y="3221232"/>
                  <a:pt x="764022" y="3235844"/>
                </a:cubicBezTo>
                <a:cubicBezTo>
                  <a:pt x="713144" y="3261930"/>
                  <a:pt x="769147" y="3237497"/>
                  <a:pt x="701916" y="3250221"/>
                </a:cubicBezTo>
                <a:cubicBezTo>
                  <a:pt x="644189" y="3215026"/>
                  <a:pt x="469866" y="3373155"/>
                  <a:pt x="408703" y="3323459"/>
                </a:cubicBezTo>
                <a:cubicBezTo>
                  <a:pt x="401506" y="3343302"/>
                  <a:pt x="389128" y="3337529"/>
                  <a:pt x="369867" y="3339093"/>
                </a:cubicBezTo>
                <a:cubicBezTo>
                  <a:pt x="365490" y="3372373"/>
                  <a:pt x="330308" y="3346613"/>
                  <a:pt x="318912" y="3367911"/>
                </a:cubicBezTo>
                <a:cubicBezTo>
                  <a:pt x="256532" y="3381125"/>
                  <a:pt x="186613" y="3396059"/>
                  <a:pt x="119549" y="3404650"/>
                </a:cubicBezTo>
                <a:lnTo>
                  <a:pt x="0" y="3414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C7F9F-6835-C12D-8F44-885DE46F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495" y="4308"/>
            <a:ext cx="9385539" cy="80044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Movie S2(Normalized graph &amp; </a:t>
            </a:r>
            <a:r>
              <a:rPr lang="en-US" sz="4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FindPeaks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306E64-E868-4378-9486-393C92BC8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14187" y="1598654"/>
            <a:ext cx="3707642" cy="25478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46397E0-ADFC-4B92-B60C-7861F0210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70112" y="1598654"/>
            <a:ext cx="3707642" cy="25478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15C7784D-8331-D695-38B5-868DE797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1" y="4726641"/>
            <a:ext cx="9592532" cy="845799"/>
          </a:xfrm>
          <a:prstGeom prst="rect">
            <a:avLst/>
          </a:prstGeom>
        </p:spPr>
      </p:pic>
      <p:pic>
        <p:nvPicPr>
          <p:cNvPr id="17" name="Picture 16" descr="A graph with a line&#10;&#10;AI-generated content may be incorrect.">
            <a:extLst>
              <a:ext uri="{FF2B5EF4-FFF2-40B4-BE49-F238E27FC236}">
                <a16:creationId xmlns:a16="http://schemas.microsoft.com/office/drawing/2014/main" id="{C5E2A928-A704-04DA-47EC-394A28843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148" y="639224"/>
            <a:ext cx="8226857" cy="40684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5E6330-79D4-B5B4-4B09-30819E32F9AC}"/>
              </a:ext>
            </a:extLst>
          </p:cNvPr>
          <p:cNvSpPr txBox="1"/>
          <p:nvPr/>
        </p:nvSpPr>
        <p:spPr>
          <a:xfrm>
            <a:off x="335590" y="5718296"/>
            <a:ext cx="1148203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 dirty="0" err="1"/>
              <a:t>Findpeaks</a:t>
            </a:r>
            <a:r>
              <a:rPr lang="en-US" sz="2800" b="1" dirty="0"/>
              <a:t> tells us there is 2 budding event in MovieS2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b="1" dirty="0"/>
              <a:t>Frame 12, 31</a:t>
            </a:r>
          </a:p>
        </p:txBody>
      </p:sp>
    </p:spTree>
    <p:extLst>
      <p:ext uri="{BB962C8B-B14F-4D97-AF65-F5344CB8AC3E}">
        <p14:creationId xmlns:p14="http://schemas.microsoft.com/office/powerpoint/2010/main" val="12317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A3EBE-C7D9-40E4-89B5-A9622DD7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140B1B9-C274-99EE-F389-941524A29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6BF9A5-E0BA-B63B-92BB-A0830E38D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14000"/>
          </a:xfrm>
          <a:custGeom>
            <a:avLst/>
            <a:gdLst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563475 w 12192000"/>
              <a:gd name="connsiteY15" fmla="*/ 2792135 h 3414000"/>
              <a:gd name="connsiteX16" fmla="*/ 10136739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136739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93914 w 12192000"/>
              <a:gd name="connsiteY16" fmla="*/ 2801901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66866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557423 w 12192000"/>
              <a:gd name="connsiteY11" fmla="*/ 31955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648792 w 12192000"/>
              <a:gd name="connsiteY10" fmla="*/ 3216275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87270 w 12192000"/>
              <a:gd name="connsiteY9" fmla="*/ 321802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91660 w 12192000"/>
              <a:gd name="connsiteY5" fmla="*/ 3329430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144429 w 12192000"/>
              <a:gd name="connsiteY4" fmla="*/ 3375519 h 3414000"/>
              <a:gd name="connsiteX5" fmla="*/ 12015460 w 12192000"/>
              <a:gd name="connsiteY5" fmla="*/ 3343718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096804 w 12192000"/>
              <a:gd name="connsiteY4" fmla="*/ 3337419 h 3414000"/>
              <a:gd name="connsiteX5" fmla="*/ 12015460 w 12192000"/>
              <a:gd name="connsiteY5" fmla="*/ 3343718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74509 w 12192000"/>
              <a:gd name="connsiteY3" fmla="*/ 336769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73012 w 12192000"/>
              <a:gd name="connsiteY22" fmla="*/ 32502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046142 w 12192000"/>
              <a:gd name="connsiteY21" fmla="*/ 3203263 h 3414000"/>
              <a:gd name="connsiteX22" fmla="*/ 1560312 w 12192000"/>
              <a:gd name="connsiteY22" fmla="*/ 3212173 h 3414000"/>
              <a:gd name="connsiteX23" fmla="*/ 1304604 w 12192000"/>
              <a:gd name="connsiteY23" fmla="*/ 3185587 h 3414000"/>
              <a:gd name="connsiteX24" fmla="*/ 1160924 w 12192000"/>
              <a:gd name="connsiteY24" fmla="*/ 3219675 h 3414000"/>
              <a:gd name="connsiteX25" fmla="*/ 909691 w 12192000"/>
              <a:gd name="connsiteY25" fmla="*/ 3216917 h 3414000"/>
              <a:gd name="connsiteX26" fmla="*/ 764022 w 12192000"/>
              <a:gd name="connsiteY26" fmla="*/ 3235844 h 3414000"/>
              <a:gd name="connsiteX27" fmla="*/ 701916 w 12192000"/>
              <a:gd name="connsiteY27" fmla="*/ 3250221 h 3414000"/>
              <a:gd name="connsiteX28" fmla="*/ 408703 w 12192000"/>
              <a:gd name="connsiteY28" fmla="*/ 3323459 h 3414000"/>
              <a:gd name="connsiteX29" fmla="*/ 369867 w 12192000"/>
              <a:gd name="connsiteY29" fmla="*/ 3339093 h 3414000"/>
              <a:gd name="connsiteX30" fmla="*/ 318912 w 12192000"/>
              <a:gd name="connsiteY30" fmla="*/ 3367911 h 3414000"/>
              <a:gd name="connsiteX31" fmla="*/ 119549 w 12192000"/>
              <a:gd name="connsiteY31" fmla="*/ 3404650 h 3414000"/>
              <a:gd name="connsiteX32" fmla="*/ 0 w 12192000"/>
              <a:gd name="connsiteY32" fmla="*/ 3414000 h 3414000"/>
              <a:gd name="connsiteX33" fmla="*/ 0 w 12192000"/>
              <a:gd name="connsiteY33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305050 w 12192000"/>
              <a:gd name="connsiteY21" fmla="*/ 3162300 h 3414000"/>
              <a:gd name="connsiteX22" fmla="*/ 2046142 w 12192000"/>
              <a:gd name="connsiteY22" fmla="*/ 3203263 h 3414000"/>
              <a:gd name="connsiteX23" fmla="*/ 1560312 w 12192000"/>
              <a:gd name="connsiteY23" fmla="*/ 3212173 h 3414000"/>
              <a:gd name="connsiteX24" fmla="*/ 1304604 w 12192000"/>
              <a:gd name="connsiteY24" fmla="*/ 3185587 h 3414000"/>
              <a:gd name="connsiteX25" fmla="*/ 1160924 w 12192000"/>
              <a:gd name="connsiteY25" fmla="*/ 3219675 h 3414000"/>
              <a:gd name="connsiteX26" fmla="*/ 909691 w 12192000"/>
              <a:gd name="connsiteY26" fmla="*/ 3216917 h 3414000"/>
              <a:gd name="connsiteX27" fmla="*/ 764022 w 12192000"/>
              <a:gd name="connsiteY27" fmla="*/ 3235844 h 3414000"/>
              <a:gd name="connsiteX28" fmla="*/ 701916 w 12192000"/>
              <a:gd name="connsiteY28" fmla="*/ 3250221 h 3414000"/>
              <a:gd name="connsiteX29" fmla="*/ 408703 w 12192000"/>
              <a:gd name="connsiteY29" fmla="*/ 3323459 h 3414000"/>
              <a:gd name="connsiteX30" fmla="*/ 369867 w 12192000"/>
              <a:gd name="connsiteY30" fmla="*/ 3339093 h 3414000"/>
              <a:gd name="connsiteX31" fmla="*/ 318912 w 12192000"/>
              <a:gd name="connsiteY31" fmla="*/ 3367911 h 3414000"/>
              <a:gd name="connsiteX32" fmla="*/ 119549 w 12192000"/>
              <a:gd name="connsiteY32" fmla="*/ 3404650 h 3414000"/>
              <a:gd name="connsiteX33" fmla="*/ 0 w 12192000"/>
              <a:gd name="connsiteY33" fmla="*/ 3414000 h 3414000"/>
              <a:gd name="connsiteX34" fmla="*/ 0 w 12192000"/>
              <a:gd name="connsiteY34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560312 w 12192000"/>
              <a:gd name="connsiteY23" fmla="*/ 3212173 h 3414000"/>
              <a:gd name="connsiteX24" fmla="*/ 1304604 w 12192000"/>
              <a:gd name="connsiteY24" fmla="*/ 3185587 h 3414000"/>
              <a:gd name="connsiteX25" fmla="*/ 1160924 w 12192000"/>
              <a:gd name="connsiteY25" fmla="*/ 3219675 h 3414000"/>
              <a:gd name="connsiteX26" fmla="*/ 909691 w 12192000"/>
              <a:gd name="connsiteY26" fmla="*/ 3216917 h 3414000"/>
              <a:gd name="connsiteX27" fmla="*/ 764022 w 12192000"/>
              <a:gd name="connsiteY27" fmla="*/ 3235844 h 3414000"/>
              <a:gd name="connsiteX28" fmla="*/ 701916 w 12192000"/>
              <a:gd name="connsiteY28" fmla="*/ 3250221 h 3414000"/>
              <a:gd name="connsiteX29" fmla="*/ 408703 w 12192000"/>
              <a:gd name="connsiteY29" fmla="*/ 3323459 h 3414000"/>
              <a:gd name="connsiteX30" fmla="*/ 369867 w 12192000"/>
              <a:gd name="connsiteY30" fmla="*/ 3339093 h 3414000"/>
              <a:gd name="connsiteX31" fmla="*/ 318912 w 12192000"/>
              <a:gd name="connsiteY31" fmla="*/ 3367911 h 3414000"/>
              <a:gd name="connsiteX32" fmla="*/ 119549 w 12192000"/>
              <a:gd name="connsiteY32" fmla="*/ 3404650 h 3414000"/>
              <a:gd name="connsiteX33" fmla="*/ 0 w 12192000"/>
              <a:gd name="connsiteY33" fmla="*/ 3414000 h 3414000"/>
              <a:gd name="connsiteX34" fmla="*/ 0 w 12192000"/>
              <a:gd name="connsiteY34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73250 w 12192000"/>
              <a:gd name="connsiteY23" fmla="*/ 31623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661142 w 12192000"/>
              <a:gd name="connsiteY17" fmla="*/ 27871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546314 w 12192000"/>
              <a:gd name="connsiteY16" fmla="*/ 28114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82550 w 12192000"/>
              <a:gd name="connsiteY15" fmla="*/ 28207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7709717 w 12192000"/>
              <a:gd name="connsiteY18" fmla="*/ 27959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8039917 w 12192000"/>
              <a:gd name="connsiteY18" fmla="*/ 28340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0939288 w 12192000"/>
              <a:gd name="connsiteY14" fmla="*/ 2855023 h 3414000"/>
              <a:gd name="connsiteX15" fmla="*/ 10744450 w 12192000"/>
              <a:gd name="connsiteY15" fmla="*/ 2833410 h 3414000"/>
              <a:gd name="connsiteX16" fmla="*/ 10343114 w 12192000"/>
              <a:gd name="connsiteY16" fmla="*/ 2798726 h 3414000"/>
              <a:gd name="connsiteX17" fmla="*/ 9724642 w 12192000"/>
              <a:gd name="connsiteY17" fmla="*/ 2837965 h 3414000"/>
              <a:gd name="connsiteX18" fmla="*/ 8039917 w 12192000"/>
              <a:gd name="connsiteY18" fmla="*/ 2834055 h 3414000"/>
              <a:gd name="connsiteX19" fmla="*/ 6923165 w 12192000"/>
              <a:gd name="connsiteY19" fmla="*/ 2920979 h 3414000"/>
              <a:gd name="connsiteX20" fmla="*/ 3308916 w 12192000"/>
              <a:gd name="connsiteY20" fmla="*/ 3049911 h 3414000"/>
              <a:gd name="connsiteX21" fmla="*/ 2279650 w 12192000"/>
              <a:gd name="connsiteY21" fmla="*/ 3187700 h 3414000"/>
              <a:gd name="connsiteX22" fmla="*/ 2046142 w 12192000"/>
              <a:gd name="connsiteY22" fmla="*/ 3203263 h 3414000"/>
              <a:gd name="connsiteX23" fmla="*/ 1835150 w 12192000"/>
              <a:gd name="connsiteY23" fmla="*/ 3200400 h 3414000"/>
              <a:gd name="connsiteX24" fmla="*/ 1560312 w 12192000"/>
              <a:gd name="connsiteY24" fmla="*/ 3212173 h 3414000"/>
              <a:gd name="connsiteX25" fmla="*/ 1304604 w 12192000"/>
              <a:gd name="connsiteY25" fmla="*/ 3185587 h 3414000"/>
              <a:gd name="connsiteX26" fmla="*/ 1160924 w 12192000"/>
              <a:gd name="connsiteY26" fmla="*/ 3219675 h 3414000"/>
              <a:gd name="connsiteX27" fmla="*/ 909691 w 12192000"/>
              <a:gd name="connsiteY27" fmla="*/ 3216917 h 3414000"/>
              <a:gd name="connsiteX28" fmla="*/ 764022 w 12192000"/>
              <a:gd name="connsiteY28" fmla="*/ 3235844 h 3414000"/>
              <a:gd name="connsiteX29" fmla="*/ 701916 w 12192000"/>
              <a:gd name="connsiteY29" fmla="*/ 3250221 h 3414000"/>
              <a:gd name="connsiteX30" fmla="*/ 408703 w 12192000"/>
              <a:gd name="connsiteY30" fmla="*/ 3323459 h 3414000"/>
              <a:gd name="connsiteX31" fmla="*/ 369867 w 12192000"/>
              <a:gd name="connsiteY31" fmla="*/ 3339093 h 3414000"/>
              <a:gd name="connsiteX32" fmla="*/ 318912 w 12192000"/>
              <a:gd name="connsiteY32" fmla="*/ 3367911 h 3414000"/>
              <a:gd name="connsiteX33" fmla="*/ 119549 w 12192000"/>
              <a:gd name="connsiteY33" fmla="*/ 3404650 h 3414000"/>
              <a:gd name="connsiteX34" fmla="*/ 0 w 12192000"/>
              <a:gd name="connsiteY34" fmla="*/ 3414000 h 3414000"/>
              <a:gd name="connsiteX35" fmla="*/ 0 w 12192000"/>
              <a:gd name="connsiteY35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9177 w 12192000"/>
              <a:gd name="connsiteY14" fmla="*/ 2907018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3220 w 12192000"/>
              <a:gd name="connsiteY14" fmla="*/ 2918932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00090 w 12192000"/>
              <a:gd name="connsiteY13" fmla="*/ 3038291 h 3414000"/>
              <a:gd name="connsiteX14" fmla="*/ 11053220 w 12192000"/>
              <a:gd name="connsiteY14" fmla="*/ 2918932 h 3414000"/>
              <a:gd name="connsiteX15" fmla="*/ 10939288 w 12192000"/>
              <a:gd name="connsiteY15" fmla="*/ 2855023 h 3414000"/>
              <a:gd name="connsiteX16" fmla="*/ 10744450 w 12192000"/>
              <a:gd name="connsiteY16" fmla="*/ 2833410 h 3414000"/>
              <a:gd name="connsiteX17" fmla="*/ 10343114 w 12192000"/>
              <a:gd name="connsiteY17" fmla="*/ 2798726 h 3414000"/>
              <a:gd name="connsiteX18" fmla="*/ 9724642 w 12192000"/>
              <a:gd name="connsiteY18" fmla="*/ 2837965 h 3414000"/>
              <a:gd name="connsiteX19" fmla="*/ 8039917 w 12192000"/>
              <a:gd name="connsiteY19" fmla="*/ 2834055 h 3414000"/>
              <a:gd name="connsiteX20" fmla="*/ 6923165 w 12192000"/>
              <a:gd name="connsiteY20" fmla="*/ 2920979 h 3414000"/>
              <a:gd name="connsiteX21" fmla="*/ 3308916 w 12192000"/>
              <a:gd name="connsiteY21" fmla="*/ 3049911 h 3414000"/>
              <a:gd name="connsiteX22" fmla="*/ 2279650 w 12192000"/>
              <a:gd name="connsiteY22" fmla="*/ 3187700 h 3414000"/>
              <a:gd name="connsiteX23" fmla="*/ 2046142 w 12192000"/>
              <a:gd name="connsiteY23" fmla="*/ 3203263 h 3414000"/>
              <a:gd name="connsiteX24" fmla="*/ 1835150 w 12192000"/>
              <a:gd name="connsiteY24" fmla="*/ 3200400 h 3414000"/>
              <a:gd name="connsiteX25" fmla="*/ 1560312 w 12192000"/>
              <a:gd name="connsiteY25" fmla="*/ 3212173 h 3414000"/>
              <a:gd name="connsiteX26" fmla="*/ 1304604 w 12192000"/>
              <a:gd name="connsiteY26" fmla="*/ 3185587 h 3414000"/>
              <a:gd name="connsiteX27" fmla="*/ 1160924 w 12192000"/>
              <a:gd name="connsiteY27" fmla="*/ 3219675 h 3414000"/>
              <a:gd name="connsiteX28" fmla="*/ 909691 w 12192000"/>
              <a:gd name="connsiteY28" fmla="*/ 3216917 h 3414000"/>
              <a:gd name="connsiteX29" fmla="*/ 764022 w 12192000"/>
              <a:gd name="connsiteY29" fmla="*/ 3235844 h 3414000"/>
              <a:gd name="connsiteX30" fmla="*/ 701916 w 12192000"/>
              <a:gd name="connsiteY30" fmla="*/ 3250221 h 3414000"/>
              <a:gd name="connsiteX31" fmla="*/ 408703 w 12192000"/>
              <a:gd name="connsiteY31" fmla="*/ 3323459 h 3414000"/>
              <a:gd name="connsiteX32" fmla="*/ 369867 w 12192000"/>
              <a:gd name="connsiteY32" fmla="*/ 3339093 h 3414000"/>
              <a:gd name="connsiteX33" fmla="*/ 318912 w 12192000"/>
              <a:gd name="connsiteY33" fmla="*/ 3367911 h 3414000"/>
              <a:gd name="connsiteX34" fmla="*/ 119549 w 12192000"/>
              <a:gd name="connsiteY34" fmla="*/ 3404650 h 3414000"/>
              <a:gd name="connsiteX35" fmla="*/ 0 w 12192000"/>
              <a:gd name="connsiteY35" fmla="*/ 3414000 h 3414000"/>
              <a:gd name="connsiteX36" fmla="*/ 0 w 12192000"/>
              <a:gd name="connsiteY36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85543 w 12192000"/>
              <a:gd name="connsiteY13" fmla="*/ 3085728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9724642 w 12192000"/>
              <a:gd name="connsiteY19" fmla="*/ 2837965 h 3414000"/>
              <a:gd name="connsiteX20" fmla="*/ 8039917 w 12192000"/>
              <a:gd name="connsiteY20" fmla="*/ 2834055 h 3414000"/>
              <a:gd name="connsiteX21" fmla="*/ 6923165 w 12192000"/>
              <a:gd name="connsiteY21" fmla="*/ 2920979 h 3414000"/>
              <a:gd name="connsiteX22" fmla="*/ 3308916 w 12192000"/>
              <a:gd name="connsiteY22" fmla="*/ 3049911 h 3414000"/>
              <a:gd name="connsiteX23" fmla="*/ 2279650 w 12192000"/>
              <a:gd name="connsiteY23" fmla="*/ 3187700 h 3414000"/>
              <a:gd name="connsiteX24" fmla="*/ 2046142 w 12192000"/>
              <a:gd name="connsiteY24" fmla="*/ 3203263 h 3414000"/>
              <a:gd name="connsiteX25" fmla="*/ 1835150 w 12192000"/>
              <a:gd name="connsiteY25" fmla="*/ 3200400 h 3414000"/>
              <a:gd name="connsiteX26" fmla="*/ 1560312 w 12192000"/>
              <a:gd name="connsiteY26" fmla="*/ 3212173 h 3414000"/>
              <a:gd name="connsiteX27" fmla="*/ 1304604 w 12192000"/>
              <a:gd name="connsiteY27" fmla="*/ 3185587 h 3414000"/>
              <a:gd name="connsiteX28" fmla="*/ 1160924 w 12192000"/>
              <a:gd name="connsiteY28" fmla="*/ 3219675 h 3414000"/>
              <a:gd name="connsiteX29" fmla="*/ 909691 w 12192000"/>
              <a:gd name="connsiteY29" fmla="*/ 3216917 h 3414000"/>
              <a:gd name="connsiteX30" fmla="*/ 764022 w 12192000"/>
              <a:gd name="connsiteY30" fmla="*/ 3235844 h 3414000"/>
              <a:gd name="connsiteX31" fmla="*/ 701916 w 12192000"/>
              <a:gd name="connsiteY31" fmla="*/ 3250221 h 3414000"/>
              <a:gd name="connsiteX32" fmla="*/ 408703 w 12192000"/>
              <a:gd name="connsiteY32" fmla="*/ 3323459 h 3414000"/>
              <a:gd name="connsiteX33" fmla="*/ 369867 w 12192000"/>
              <a:gd name="connsiteY33" fmla="*/ 3339093 h 3414000"/>
              <a:gd name="connsiteX34" fmla="*/ 318912 w 12192000"/>
              <a:gd name="connsiteY34" fmla="*/ 3367911 h 3414000"/>
              <a:gd name="connsiteX35" fmla="*/ 119549 w 12192000"/>
              <a:gd name="connsiteY35" fmla="*/ 3404650 h 3414000"/>
              <a:gd name="connsiteX36" fmla="*/ 0 w 12192000"/>
              <a:gd name="connsiteY36" fmla="*/ 3414000 h 3414000"/>
              <a:gd name="connsiteX37" fmla="*/ 0 w 12192000"/>
              <a:gd name="connsiteY37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9724642 w 12192000"/>
              <a:gd name="connsiteY19" fmla="*/ 2837965 h 3414000"/>
              <a:gd name="connsiteX20" fmla="*/ 8039917 w 12192000"/>
              <a:gd name="connsiteY20" fmla="*/ 2834055 h 3414000"/>
              <a:gd name="connsiteX21" fmla="*/ 6923165 w 12192000"/>
              <a:gd name="connsiteY21" fmla="*/ 2920979 h 3414000"/>
              <a:gd name="connsiteX22" fmla="*/ 3308916 w 12192000"/>
              <a:gd name="connsiteY22" fmla="*/ 3049911 h 3414000"/>
              <a:gd name="connsiteX23" fmla="*/ 2279650 w 12192000"/>
              <a:gd name="connsiteY23" fmla="*/ 3187700 h 3414000"/>
              <a:gd name="connsiteX24" fmla="*/ 2046142 w 12192000"/>
              <a:gd name="connsiteY24" fmla="*/ 3203263 h 3414000"/>
              <a:gd name="connsiteX25" fmla="*/ 1835150 w 12192000"/>
              <a:gd name="connsiteY25" fmla="*/ 3200400 h 3414000"/>
              <a:gd name="connsiteX26" fmla="*/ 1560312 w 12192000"/>
              <a:gd name="connsiteY26" fmla="*/ 3212173 h 3414000"/>
              <a:gd name="connsiteX27" fmla="*/ 1304604 w 12192000"/>
              <a:gd name="connsiteY27" fmla="*/ 3185587 h 3414000"/>
              <a:gd name="connsiteX28" fmla="*/ 1160924 w 12192000"/>
              <a:gd name="connsiteY28" fmla="*/ 3219675 h 3414000"/>
              <a:gd name="connsiteX29" fmla="*/ 909691 w 12192000"/>
              <a:gd name="connsiteY29" fmla="*/ 3216917 h 3414000"/>
              <a:gd name="connsiteX30" fmla="*/ 764022 w 12192000"/>
              <a:gd name="connsiteY30" fmla="*/ 3235844 h 3414000"/>
              <a:gd name="connsiteX31" fmla="*/ 701916 w 12192000"/>
              <a:gd name="connsiteY31" fmla="*/ 3250221 h 3414000"/>
              <a:gd name="connsiteX32" fmla="*/ 408703 w 12192000"/>
              <a:gd name="connsiteY32" fmla="*/ 3323459 h 3414000"/>
              <a:gd name="connsiteX33" fmla="*/ 369867 w 12192000"/>
              <a:gd name="connsiteY33" fmla="*/ 3339093 h 3414000"/>
              <a:gd name="connsiteX34" fmla="*/ 318912 w 12192000"/>
              <a:gd name="connsiteY34" fmla="*/ 3367911 h 3414000"/>
              <a:gd name="connsiteX35" fmla="*/ 119549 w 12192000"/>
              <a:gd name="connsiteY35" fmla="*/ 3404650 h 3414000"/>
              <a:gd name="connsiteX36" fmla="*/ 0 w 12192000"/>
              <a:gd name="connsiteY36" fmla="*/ 3414000 h 3414000"/>
              <a:gd name="connsiteX37" fmla="*/ 0 w 12192000"/>
              <a:gd name="connsiteY37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112013 w 12192000"/>
              <a:gd name="connsiteY19" fmla="*/ 2847448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94142 w 12192000"/>
              <a:gd name="connsiteY19" fmla="*/ 2817663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94142 w 12192000"/>
              <a:gd name="connsiteY19" fmla="*/ 2817663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  <a:gd name="connsiteX0" fmla="*/ 0 w 12192000"/>
              <a:gd name="connsiteY0" fmla="*/ 0 h 3414000"/>
              <a:gd name="connsiteX1" fmla="*/ 12192000 w 12192000"/>
              <a:gd name="connsiteY1" fmla="*/ 0 h 3414000"/>
              <a:gd name="connsiteX2" fmla="*/ 12192000 w 12192000"/>
              <a:gd name="connsiteY2" fmla="*/ 3363677 h 3414000"/>
              <a:gd name="connsiteX3" fmla="*/ 12141171 w 12192000"/>
              <a:gd name="connsiteY3" fmla="*/ 3348643 h 3414000"/>
              <a:gd name="connsiteX4" fmla="*/ 12096804 w 12192000"/>
              <a:gd name="connsiteY4" fmla="*/ 3337419 h 3414000"/>
              <a:gd name="connsiteX5" fmla="*/ 12001172 w 12192000"/>
              <a:gd name="connsiteY5" fmla="*/ 3319906 h 3414000"/>
              <a:gd name="connsiteX6" fmla="*/ 11929171 w 12192000"/>
              <a:gd name="connsiteY6" fmla="*/ 3326226 h 3414000"/>
              <a:gd name="connsiteX7" fmla="*/ 11820782 w 12192000"/>
              <a:gd name="connsiteY7" fmla="*/ 3289139 h 3414000"/>
              <a:gd name="connsiteX8" fmla="*/ 11760586 w 12192000"/>
              <a:gd name="connsiteY8" fmla="*/ 3251827 h 3414000"/>
              <a:gd name="connsiteX9" fmla="*/ 11653933 w 12192000"/>
              <a:gd name="connsiteY9" fmla="*/ 3237073 h 3414000"/>
              <a:gd name="connsiteX10" fmla="*/ 11577355 w 12192000"/>
              <a:gd name="connsiteY10" fmla="*/ 3211512 h 3414000"/>
              <a:gd name="connsiteX11" fmla="*/ 11462173 w 12192000"/>
              <a:gd name="connsiteY11" fmla="*/ 3157413 h 3414000"/>
              <a:gd name="connsiteX12" fmla="*/ 11336983 w 12192000"/>
              <a:gd name="connsiteY12" fmla="*/ 3096805 h 3414000"/>
              <a:gd name="connsiteX13" fmla="*/ 11255758 w 12192000"/>
              <a:gd name="connsiteY13" fmla="*/ 3091685 h 3414000"/>
              <a:gd name="connsiteX14" fmla="*/ 11200090 w 12192000"/>
              <a:gd name="connsiteY14" fmla="*/ 3038291 h 3414000"/>
              <a:gd name="connsiteX15" fmla="*/ 11053220 w 12192000"/>
              <a:gd name="connsiteY15" fmla="*/ 2918932 h 3414000"/>
              <a:gd name="connsiteX16" fmla="*/ 10939288 w 12192000"/>
              <a:gd name="connsiteY16" fmla="*/ 2855023 h 3414000"/>
              <a:gd name="connsiteX17" fmla="*/ 10744450 w 12192000"/>
              <a:gd name="connsiteY17" fmla="*/ 2833410 h 3414000"/>
              <a:gd name="connsiteX18" fmla="*/ 10343114 w 12192000"/>
              <a:gd name="connsiteY18" fmla="*/ 2798726 h 3414000"/>
              <a:gd name="connsiteX19" fmla="*/ 10082228 w 12192000"/>
              <a:gd name="connsiteY19" fmla="*/ 2811706 h 3414000"/>
              <a:gd name="connsiteX20" fmla="*/ 9724642 w 12192000"/>
              <a:gd name="connsiteY20" fmla="*/ 2837965 h 3414000"/>
              <a:gd name="connsiteX21" fmla="*/ 8039917 w 12192000"/>
              <a:gd name="connsiteY21" fmla="*/ 2834055 h 3414000"/>
              <a:gd name="connsiteX22" fmla="*/ 6923165 w 12192000"/>
              <a:gd name="connsiteY22" fmla="*/ 2920979 h 3414000"/>
              <a:gd name="connsiteX23" fmla="*/ 3308916 w 12192000"/>
              <a:gd name="connsiteY23" fmla="*/ 3049911 h 3414000"/>
              <a:gd name="connsiteX24" fmla="*/ 2279650 w 12192000"/>
              <a:gd name="connsiteY24" fmla="*/ 3187700 h 3414000"/>
              <a:gd name="connsiteX25" fmla="*/ 2046142 w 12192000"/>
              <a:gd name="connsiteY25" fmla="*/ 3203263 h 3414000"/>
              <a:gd name="connsiteX26" fmla="*/ 1835150 w 12192000"/>
              <a:gd name="connsiteY26" fmla="*/ 3200400 h 3414000"/>
              <a:gd name="connsiteX27" fmla="*/ 1560312 w 12192000"/>
              <a:gd name="connsiteY27" fmla="*/ 3212173 h 3414000"/>
              <a:gd name="connsiteX28" fmla="*/ 1304604 w 12192000"/>
              <a:gd name="connsiteY28" fmla="*/ 3185587 h 3414000"/>
              <a:gd name="connsiteX29" fmla="*/ 1160924 w 12192000"/>
              <a:gd name="connsiteY29" fmla="*/ 3219675 h 3414000"/>
              <a:gd name="connsiteX30" fmla="*/ 909691 w 12192000"/>
              <a:gd name="connsiteY30" fmla="*/ 3216917 h 3414000"/>
              <a:gd name="connsiteX31" fmla="*/ 764022 w 12192000"/>
              <a:gd name="connsiteY31" fmla="*/ 3235844 h 3414000"/>
              <a:gd name="connsiteX32" fmla="*/ 701916 w 12192000"/>
              <a:gd name="connsiteY32" fmla="*/ 3250221 h 3414000"/>
              <a:gd name="connsiteX33" fmla="*/ 408703 w 12192000"/>
              <a:gd name="connsiteY33" fmla="*/ 3323459 h 3414000"/>
              <a:gd name="connsiteX34" fmla="*/ 369867 w 12192000"/>
              <a:gd name="connsiteY34" fmla="*/ 3339093 h 3414000"/>
              <a:gd name="connsiteX35" fmla="*/ 318912 w 12192000"/>
              <a:gd name="connsiteY35" fmla="*/ 3367911 h 3414000"/>
              <a:gd name="connsiteX36" fmla="*/ 119549 w 12192000"/>
              <a:gd name="connsiteY36" fmla="*/ 3404650 h 3414000"/>
              <a:gd name="connsiteX37" fmla="*/ 0 w 12192000"/>
              <a:gd name="connsiteY37" fmla="*/ 3414000 h 3414000"/>
              <a:gd name="connsiteX38" fmla="*/ 0 w 12192000"/>
              <a:gd name="connsiteY38" fmla="*/ 0 h 341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2192000" h="3414000">
                <a:moveTo>
                  <a:pt x="0" y="0"/>
                </a:moveTo>
                <a:lnTo>
                  <a:pt x="12192000" y="0"/>
                </a:lnTo>
                <a:lnTo>
                  <a:pt x="12192000" y="3363677"/>
                </a:lnTo>
                <a:lnTo>
                  <a:pt x="12141171" y="3348643"/>
                </a:lnTo>
                <a:cubicBezTo>
                  <a:pt x="12130340" y="3352656"/>
                  <a:pt x="12120137" y="3342208"/>
                  <a:pt x="12096804" y="3337419"/>
                </a:cubicBezTo>
                <a:cubicBezTo>
                  <a:pt x="12073471" y="3332630"/>
                  <a:pt x="12025984" y="3353421"/>
                  <a:pt x="12001172" y="3319906"/>
                </a:cubicBezTo>
                <a:cubicBezTo>
                  <a:pt x="11931984" y="3317322"/>
                  <a:pt x="11987030" y="3316977"/>
                  <a:pt x="11929171" y="3326226"/>
                </a:cubicBezTo>
                <a:cubicBezTo>
                  <a:pt x="11931062" y="3332410"/>
                  <a:pt x="11821861" y="3285262"/>
                  <a:pt x="11820782" y="3289139"/>
                </a:cubicBezTo>
                <a:lnTo>
                  <a:pt x="11760586" y="3251827"/>
                </a:lnTo>
                <a:cubicBezTo>
                  <a:pt x="11725035" y="3246909"/>
                  <a:pt x="11677570" y="3253905"/>
                  <a:pt x="11653933" y="3237073"/>
                </a:cubicBezTo>
                <a:cubicBezTo>
                  <a:pt x="11648284" y="3237361"/>
                  <a:pt x="11597503" y="3198993"/>
                  <a:pt x="11577355" y="3211512"/>
                </a:cubicBezTo>
                <a:cubicBezTo>
                  <a:pt x="11529762" y="3203503"/>
                  <a:pt x="11537361" y="3169633"/>
                  <a:pt x="11462173" y="3157413"/>
                </a:cubicBezTo>
                <a:cubicBezTo>
                  <a:pt x="11410782" y="3145332"/>
                  <a:pt x="11394963" y="3124923"/>
                  <a:pt x="11336983" y="3096805"/>
                </a:cubicBezTo>
                <a:cubicBezTo>
                  <a:pt x="11307545" y="3084857"/>
                  <a:pt x="11278574" y="3101437"/>
                  <a:pt x="11255758" y="3091685"/>
                </a:cubicBezTo>
                <a:cubicBezTo>
                  <a:pt x="11232943" y="3081933"/>
                  <a:pt x="11238810" y="3066090"/>
                  <a:pt x="11200090" y="3038291"/>
                </a:cubicBezTo>
                <a:cubicBezTo>
                  <a:pt x="11153789" y="3006660"/>
                  <a:pt x="11084773" y="2967348"/>
                  <a:pt x="11053220" y="2918932"/>
                </a:cubicBezTo>
                <a:cubicBezTo>
                  <a:pt x="11009753" y="2888387"/>
                  <a:pt x="10991742" y="2867291"/>
                  <a:pt x="10939288" y="2855023"/>
                </a:cubicBezTo>
                <a:cubicBezTo>
                  <a:pt x="10775958" y="2834655"/>
                  <a:pt x="10755286" y="2847290"/>
                  <a:pt x="10744450" y="2833410"/>
                </a:cubicBezTo>
                <a:cubicBezTo>
                  <a:pt x="10732967" y="2835610"/>
                  <a:pt x="10488076" y="2783584"/>
                  <a:pt x="10343114" y="2798726"/>
                </a:cubicBezTo>
                <a:cubicBezTo>
                  <a:pt x="10237708" y="2801066"/>
                  <a:pt x="10137651" y="2840908"/>
                  <a:pt x="10082228" y="2811706"/>
                </a:cubicBezTo>
                <a:cubicBezTo>
                  <a:pt x="10002977" y="2836117"/>
                  <a:pt x="10065027" y="2834240"/>
                  <a:pt x="9724642" y="2837965"/>
                </a:cubicBezTo>
                <a:cubicBezTo>
                  <a:pt x="9384257" y="2841690"/>
                  <a:pt x="8208254" y="2743821"/>
                  <a:pt x="8039917" y="2834055"/>
                </a:cubicBezTo>
                <a:cubicBezTo>
                  <a:pt x="7683020" y="2867979"/>
                  <a:pt x="7380768" y="2943417"/>
                  <a:pt x="6923165" y="2920979"/>
                </a:cubicBezTo>
                <a:cubicBezTo>
                  <a:pt x="5970797" y="2826377"/>
                  <a:pt x="4381148" y="3024063"/>
                  <a:pt x="3308916" y="3049911"/>
                </a:cubicBezTo>
                <a:cubicBezTo>
                  <a:pt x="2539230" y="3090131"/>
                  <a:pt x="2490112" y="3162141"/>
                  <a:pt x="2279650" y="3187700"/>
                </a:cubicBezTo>
                <a:cubicBezTo>
                  <a:pt x="2069188" y="3213259"/>
                  <a:pt x="2113875" y="3207496"/>
                  <a:pt x="2046142" y="3203263"/>
                </a:cubicBezTo>
                <a:cubicBezTo>
                  <a:pt x="1978409" y="3199030"/>
                  <a:pt x="1916122" y="3198915"/>
                  <a:pt x="1835150" y="3200400"/>
                </a:cubicBezTo>
                <a:cubicBezTo>
                  <a:pt x="1728778" y="3151085"/>
                  <a:pt x="1655086" y="3208292"/>
                  <a:pt x="1560312" y="3212173"/>
                </a:cubicBezTo>
                <a:cubicBezTo>
                  <a:pt x="1488788" y="3201117"/>
                  <a:pt x="1381396" y="3228826"/>
                  <a:pt x="1304604" y="3185587"/>
                </a:cubicBezTo>
                <a:cubicBezTo>
                  <a:pt x="1214758" y="3240983"/>
                  <a:pt x="1240861" y="3204815"/>
                  <a:pt x="1160924" y="3219675"/>
                </a:cubicBezTo>
                <a:cubicBezTo>
                  <a:pt x="1120940" y="3215838"/>
                  <a:pt x="1029088" y="3185515"/>
                  <a:pt x="909691" y="3216917"/>
                </a:cubicBezTo>
                <a:cubicBezTo>
                  <a:pt x="894584" y="3261614"/>
                  <a:pt x="794971" y="3221232"/>
                  <a:pt x="764022" y="3235844"/>
                </a:cubicBezTo>
                <a:cubicBezTo>
                  <a:pt x="713144" y="3261930"/>
                  <a:pt x="769147" y="3237497"/>
                  <a:pt x="701916" y="3250221"/>
                </a:cubicBezTo>
                <a:cubicBezTo>
                  <a:pt x="644189" y="3215026"/>
                  <a:pt x="469866" y="3373155"/>
                  <a:pt x="408703" y="3323459"/>
                </a:cubicBezTo>
                <a:cubicBezTo>
                  <a:pt x="401506" y="3343302"/>
                  <a:pt x="389128" y="3337529"/>
                  <a:pt x="369867" y="3339093"/>
                </a:cubicBezTo>
                <a:cubicBezTo>
                  <a:pt x="365490" y="3372373"/>
                  <a:pt x="330308" y="3346613"/>
                  <a:pt x="318912" y="3367911"/>
                </a:cubicBezTo>
                <a:cubicBezTo>
                  <a:pt x="256532" y="3381125"/>
                  <a:pt x="186613" y="3396059"/>
                  <a:pt x="119549" y="3404650"/>
                </a:cubicBezTo>
                <a:lnTo>
                  <a:pt x="0" y="3414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98FAD-BE44-06D0-69E3-4570F8B0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495" y="4308"/>
            <a:ext cx="9385539" cy="80044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Movie S3(Normalized graph &amp; </a:t>
            </a:r>
            <a:r>
              <a:rPr lang="en-US" sz="4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FindPeaks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94280D-4F4B-205B-4730-12FE9E8C6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14187" y="1598654"/>
            <a:ext cx="3707642" cy="25478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E9BFBA-B885-F472-B8BF-776EF83B8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70112" y="1598654"/>
            <a:ext cx="3707642" cy="25478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0850C-6CFB-DE64-4245-9A61BF307EB9}"/>
              </a:ext>
            </a:extLst>
          </p:cNvPr>
          <p:cNvSpPr txBox="1"/>
          <p:nvPr/>
        </p:nvSpPr>
        <p:spPr>
          <a:xfrm>
            <a:off x="335590" y="5718296"/>
            <a:ext cx="1148203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 dirty="0" err="1"/>
              <a:t>Findpeaks</a:t>
            </a:r>
            <a:r>
              <a:rPr lang="en-US" sz="2800" b="1" dirty="0"/>
              <a:t> tells us there is 1 budding event in MovieS3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b="1" dirty="0"/>
              <a:t>Frame 21</a:t>
            </a:r>
          </a:p>
        </p:txBody>
      </p:sp>
      <p:pic>
        <p:nvPicPr>
          <p:cNvPr id="3" name="Picture 2" descr="A graph with a line graph&#10;&#10;AI-generated content may be incorrect.">
            <a:extLst>
              <a:ext uri="{FF2B5EF4-FFF2-40B4-BE49-F238E27FC236}">
                <a16:creationId xmlns:a16="http://schemas.microsoft.com/office/drawing/2014/main" id="{9AA31026-4102-F794-96FD-E1971F51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556" y="610649"/>
            <a:ext cx="8307092" cy="4112701"/>
          </a:xfrm>
          <a:prstGeom prst="rect">
            <a:avLst/>
          </a:prstGeom>
        </p:spPr>
      </p:pic>
      <p:pic>
        <p:nvPicPr>
          <p:cNvPr id="4" name="Picture 3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BA6938D6-FDE1-3038-D26B-C051A2F5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392" y="4910621"/>
            <a:ext cx="9774910" cy="78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78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25B4B-0797-4606-A122-03F609EC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Why Peaks?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070270-9BBD-324E-A72A-35E2944D1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60422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149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Application for MicroBREW</vt:lpstr>
      <vt:lpstr>Repository</vt:lpstr>
      <vt:lpstr>Source </vt:lpstr>
      <vt:lpstr>Summary</vt:lpstr>
      <vt:lpstr>Full Data Pipeline (How To Run)</vt:lpstr>
      <vt:lpstr>Movie S2 &amp; S3(MATLAB)</vt:lpstr>
      <vt:lpstr>ROI used in Movie S2</vt:lpstr>
      <vt:lpstr>ROI used in Movie S2</vt:lpstr>
      <vt:lpstr>Movie S2 &amp; S3 (CSV example)</vt:lpstr>
      <vt:lpstr>Movie S2 &amp; S3 (R – post processing)</vt:lpstr>
      <vt:lpstr>Movie S2(Normalized graph &amp; FindPeaks)</vt:lpstr>
      <vt:lpstr>Movie S3(Normalized graph &amp; FindPeaks)</vt:lpstr>
      <vt:lpstr>Why Peaks?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448</cp:revision>
  <dcterms:created xsi:type="dcterms:W3CDTF">2025-11-25T04:17:55Z</dcterms:created>
  <dcterms:modified xsi:type="dcterms:W3CDTF">2025-11-25T15:14:06Z</dcterms:modified>
</cp:coreProperties>
</file>